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1"/>
  </p:notesMasterIdLst>
  <p:sldIdLst>
    <p:sldId id="256" r:id="rId2"/>
    <p:sldId id="270" r:id="rId3"/>
    <p:sldId id="259" r:id="rId4"/>
    <p:sldId id="263" r:id="rId5"/>
    <p:sldId id="265" r:id="rId6"/>
    <p:sldId id="268" r:id="rId7"/>
    <p:sldId id="267" r:id="rId8"/>
    <p:sldId id="269" r:id="rId9"/>
    <p:sldId id="272" r:id="rId1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33CC"/>
    <a:srgbClr val="99CCFF"/>
    <a:srgbClr val="0099FF"/>
    <a:srgbClr val="003399"/>
    <a:srgbClr val="CCFFFF"/>
    <a:srgbClr val="000099"/>
    <a:srgbClr val="151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0831E4-5A18-44EC-AF2D-37EBDF05E4D4}" type="doc">
      <dgm:prSet loTypeId="urn:microsoft.com/office/officeart/2005/8/layout/h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41ED0B1A-B4E5-446B-B160-3B1B2294A4B1}">
      <dgm:prSet custT="1"/>
      <dgm:spPr>
        <a:gradFill flip="none" rotWithShape="0">
          <a:gsLst>
            <a:gs pos="0">
              <a:srgbClr val="0033CC">
                <a:shade val="30000"/>
                <a:satMod val="115000"/>
              </a:srgbClr>
            </a:gs>
            <a:gs pos="50000">
              <a:srgbClr val="0033CC">
                <a:shade val="67500"/>
                <a:satMod val="115000"/>
              </a:srgbClr>
            </a:gs>
            <a:gs pos="100000">
              <a:srgbClr val="0033CC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20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Problem</a:t>
          </a:r>
          <a:r>
            <a:rPr lang="en-US" sz="140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</a:p>
      </dgm:t>
    </dgm:pt>
    <dgm:pt modelId="{3F906D5F-5285-49FD-8F4F-FECAE533E5FA}" type="parTrans" cxnId="{4B416C75-D389-4C5D-894C-7BB2EB440173}">
      <dgm:prSet/>
      <dgm:spPr/>
      <dgm:t>
        <a:bodyPr/>
        <a:lstStyle/>
        <a:p>
          <a:endParaRPr lang="en-US"/>
        </a:p>
      </dgm:t>
    </dgm:pt>
    <dgm:pt modelId="{005C84C2-1435-4273-8EA8-681ECCB71906}" type="sibTrans" cxnId="{4B416C75-D389-4C5D-894C-7BB2EB440173}">
      <dgm:prSet/>
      <dgm:spPr/>
      <dgm:t>
        <a:bodyPr/>
        <a:lstStyle/>
        <a:p>
          <a:endParaRPr lang="en-US"/>
        </a:p>
      </dgm:t>
    </dgm:pt>
    <dgm:pt modelId="{9C75468B-EBFD-4E25-9C55-FDF2266C664C}">
      <dgm:prSet custT="1"/>
      <dgm:spPr>
        <a:gradFill flip="none" rotWithShape="0">
          <a:gsLst>
            <a:gs pos="0">
              <a:srgbClr val="0099FF">
                <a:shade val="30000"/>
                <a:satMod val="115000"/>
              </a:srgbClr>
            </a:gs>
            <a:gs pos="50000">
              <a:srgbClr val="0099FF">
                <a:shade val="67500"/>
                <a:satMod val="115000"/>
              </a:srgbClr>
            </a:gs>
            <a:gs pos="100000">
              <a:srgbClr val="0099FF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What’s new since the first presentation:</a:t>
          </a:r>
        </a:p>
      </dgm:t>
    </dgm:pt>
    <dgm:pt modelId="{7731870C-153C-4EE4-ACC5-71727FFA17E8}" type="parTrans" cxnId="{4ABBDA8B-68C6-48CD-84C0-B947ED164F3C}">
      <dgm:prSet/>
      <dgm:spPr/>
      <dgm:t>
        <a:bodyPr/>
        <a:lstStyle/>
        <a:p>
          <a:endParaRPr lang="en-US"/>
        </a:p>
      </dgm:t>
    </dgm:pt>
    <dgm:pt modelId="{FC8BA1E7-678B-48E8-AD0E-B4FE281CACCD}" type="sibTrans" cxnId="{4ABBDA8B-68C6-48CD-84C0-B947ED164F3C}">
      <dgm:prSet/>
      <dgm:spPr/>
      <dgm:t>
        <a:bodyPr/>
        <a:lstStyle/>
        <a:p>
          <a:endParaRPr lang="en-US"/>
        </a:p>
      </dgm:t>
    </dgm:pt>
    <dgm:pt modelId="{95F7E20D-547E-4F57-A801-9CAE604B435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Switched from 0</a:t>
          </a:r>
          <a:r>
            <a:rPr lang="he-IL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- </a:t>
          </a: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100% statistics to categorical behavior labels.</a:t>
          </a:r>
        </a:p>
      </dgm:t>
    </dgm:pt>
    <dgm:pt modelId="{6BFD7418-6C99-4FA7-95CE-78FD347CD0FB}" type="parTrans" cxnId="{5728B4BF-3AB8-44BA-924D-A56EEC12CD47}">
      <dgm:prSet/>
      <dgm:spPr/>
      <dgm:t>
        <a:bodyPr/>
        <a:lstStyle/>
        <a:p>
          <a:endParaRPr lang="en-US"/>
        </a:p>
      </dgm:t>
    </dgm:pt>
    <dgm:pt modelId="{2AD60C05-F80E-4723-BF02-735137FAB573}" type="sibTrans" cxnId="{5728B4BF-3AB8-44BA-924D-A56EEC12CD47}">
      <dgm:prSet/>
      <dgm:spPr/>
      <dgm:t>
        <a:bodyPr/>
        <a:lstStyle/>
        <a:p>
          <a:endParaRPr lang="en-US"/>
        </a:p>
      </dgm:t>
    </dgm:pt>
    <dgm:pt modelId="{4526C8B0-7A50-429F-9468-7EB3C3A5D763}">
      <dgm:prSet custT="1"/>
      <dgm:spPr>
        <a:gradFill flip="none" rotWithShape="0">
          <a:gsLst>
            <a:gs pos="0">
              <a:srgbClr val="99CCFF">
                <a:shade val="30000"/>
                <a:satMod val="115000"/>
              </a:srgbClr>
            </a:gs>
            <a:gs pos="50000">
              <a:srgbClr val="99CCFF">
                <a:shade val="67500"/>
                <a:satMod val="115000"/>
              </a:srgbClr>
            </a:gs>
            <a:gs pos="100000">
              <a:srgbClr val="99CCFF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/>
        <a:lstStyle/>
        <a:p>
          <a:r>
            <a:rPr lang="en-US" sz="20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Novelty / Contribution </a:t>
          </a:r>
        </a:p>
      </dgm:t>
    </dgm:pt>
    <dgm:pt modelId="{0DEC8047-2170-4A4D-AB28-B51C69BFD49E}" type="parTrans" cxnId="{70A90163-0FA2-4E8D-8E87-8AB066FF7481}">
      <dgm:prSet/>
      <dgm:spPr/>
      <dgm:t>
        <a:bodyPr/>
        <a:lstStyle/>
        <a:p>
          <a:endParaRPr lang="en-US"/>
        </a:p>
      </dgm:t>
    </dgm:pt>
    <dgm:pt modelId="{3B5723E1-A1CC-40DD-8F3D-7478C3B1F4FC}" type="sibTrans" cxnId="{70A90163-0FA2-4E8D-8E87-8AB066FF7481}">
      <dgm:prSet/>
      <dgm:spPr/>
      <dgm:t>
        <a:bodyPr/>
        <a:lstStyle/>
        <a:p>
          <a:endParaRPr lang="en-US"/>
        </a:p>
      </dgm:t>
    </dgm:pt>
    <dgm:pt modelId="{C5ED2D46-DCD4-4C66-BD50-11107AFC895E}">
      <dgm:prSet custT="1"/>
      <dgm:spPr/>
      <dgm:t>
        <a:bodyPr/>
        <a:lstStyle/>
        <a:p>
          <a:pPr marL="228600" lvl="1" indent="0" algn="l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In online classes, instructors can’t reliably infer students’ behaviors from a single webcam feed (e.g., gaze, privacy, headphones, or object usage).</a:t>
          </a:r>
          <a:endParaRPr lang="en-IL" sz="2000" b="0" kern="12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E34BC965-498A-46ED-8BE2-C5D1C242C19D}" type="parTrans" cxnId="{6816BB57-D3D8-409F-89C6-3E4037034DC0}">
      <dgm:prSet/>
      <dgm:spPr/>
      <dgm:t>
        <a:bodyPr/>
        <a:lstStyle/>
        <a:p>
          <a:endParaRPr lang="en-IL"/>
        </a:p>
      </dgm:t>
    </dgm:pt>
    <dgm:pt modelId="{1CCCBAF0-465E-45EA-87D1-DE62715EB507}" type="sibTrans" cxnId="{6816BB57-D3D8-409F-89C6-3E4037034DC0}">
      <dgm:prSet/>
      <dgm:spPr/>
      <dgm:t>
        <a:bodyPr/>
        <a:lstStyle/>
        <a:p>
          <a:endParaRPr lang="en-IL"/>
        </a:p>
      </dgm:t>
    </dgm:pt>
    <dgm:pt modelId="{9395666B-DF3E-483A-94A4-04F698753D7E}">
      <dgm:prSet custT="1"/>
      <dgm:spPr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</dgm:spPr>
      <dgm:t>
        <a:bodyPr spcFirstLastPara="0" vert="horz" wrap="square" lIns="132322" tIns="120904" rIns="132322" bIns="120904" numCol="1" spcCol="1270" anchor="ctr" anchorCtr="0"/>
        <a:lstStyle/>
        <a:p>
          <a:pPr marL="0" lvl="0" indent="0" defTabSz="755650"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Our Goal </a:t>
          </a:r>
        </a:p>
      </dgm:t>
    </dgm:pt>
    <dgm:pt modelId="{F7E43814-94BF-4717-9DF6-32FE9407E9E8}" type="sibTrans" cxnId="{8A7F9691-054A-4A94-8AA2-2349998176F7}">
      <dgm:prSet/>
      <dgm:spPr/>
      <dgm:t>
        <a:bodyPr/>
        <a:lstStyle/>
        <a:p>
          <a:endParaRPr lang="en-US"/>
        </a:p>
      </dgm:t>
    </dgm:pt>
    <dgm:pt modelId="{A9223BF0-4992-4F7D-A4AB-07D994DA31E4}" type="parTrans" cxnId="{8A7F9691-054A-4A94-8AA2-2349998176F7}">
      <dgm:prSet/>
      <dgm:spPr/>
      <dgm:t>
        <a:bodyPr/>
        <a:lstStyle/>
        <a:p>
          <a:endParaRPr lang="en-US"/>
        </a:p>
      </dgm:t>
    </dgm:pt>
    <dgm:pt modelId="{66B370F2-0EAC-4A39-B8BB-F5FFD210C17E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Given a single Zoom-like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C3A1004C-4ADB-4BBD-9486-DF0893BA375E}" type="parTrans" cxnId="{91E83D24-0896-45CF-B38A-C241FDF8C927}">
      <dgm:prSet/>
      <dgm:spPr/>
      <dgm:t>
        <a:bodyPr/>
        <a:lstStyle/>
        <a:p>
          <a:endParaRPr lang="en-IL"/>
        </a:p>
      </dgm:t>
    </dgm:pt>
    <dgm:pt modelId="{B0FB5C3B-29BD-44BC-BAFF-AD857ED0C9E5}" type="sibTrans" cxnId="{91E83D24-0896-45CF-B38A-C241FDF8C927}">
      <dgm:prSet/>
      <dgm:spPr/>
      <dgm:t>
        <a:bodyPr/>
        <a:lstStyle/>
        <a:p>
          <a:endParaRPr lang="en-IL"/>
        </a:p>
      </dgm:t>
    </dgm:pt>
    <dgm:pt modelId="{03BC327C-9102-4D2E-8DD3-B6ED40798976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We output multiple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45E9E0A-DA25-43A0-8702-CA1E351E8F13}" type="parTrans" cxnId="{9C28F7EE-BCA6-4C88-B9F0-47E17A94F30D}">
      <dgm:prSet/>
      <dgm:spPr/>
      <dgm:t>
        <a:bodyPr/>
        <a:lstStyle/>
        <a:p>
          <a:endParaRPr lang="en-IL"/>
        </a:p>
      </dgm:t>
    </dgm:pt>
    <dgm:pt modelId="{A49F1298-C877-489D-98D4-13324B7628C6}" type="sibTrans" cxnId="{9C28F7EE-BCA6-4C88-B9F0-47E17A94F30D}">
      <dgm:prSet/>
      <dgm:spPr/>
      <dgm:t>
        <a:bodyPr/>
        <a:lstStyle/>
        <a:p>
          <a:endParaRPr lang="en-IL"/>
        </a:p>
      </dgm:t>
    </dgm:pt>
    <dgm:pt modelId="{3873AAC2-B6A9-435D-8F8D-211B1C594A43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webcam frame, predict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5B8F285-7C41-4AA0-ADF5-6A3FC8759949}" type="parTrans" cxnId="{9A4EC586-5DE5-4D17-8FB5-A89FC6FC635B}">
      <dgm:prSet/>
      <dgm:spPr/>
      <dgm:t>
        <a:bodyPr/>
        <a:lstStyle/>
        <a:p>
          <a:endParaRPr lang="en-IL"/>
        </a:p>
      </dgm:t>
    </dgm:pt>
    <dgm:pt modelId="{A11FD043-11D6-4991-B4B0-FF536A14B934}" type="sibTrans" cxnId="{9A4EC586-5DE5-4D17-8FB5-A89FC6FC635B}">
      <dgm:prSet/>
      <dgm:spPr/>
      <dgm:t>
        <a:bodyPr/>
        <a:lstStyle/>
        <a:p>
          <a:endParaRPr lang="en-IL"/>
        </a:p>
      </dgm:t>
    </dgm:pt>
    <dgm:pt modelId="{B922DC98-2E90-41B9-84F9-5ACE38C2F0EC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a discrete behavior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7C58A6EA-5E15-498F-98C6-159451265D4D}" type="parTrans" cxnId="{8F7886BA-103E-40D8-ACA1-9A58CD752501}">
      <dgm:prSet/>
      <dgm:spPr/>
      <dgm:t>
        <a:bodyPr/>
        <a:lstStyle/>
        <a:p>
          <a:endParaRPr lang="en-IL"/>
        </a:p>
      </dgm:t>
    </dgm:pt>
    <dgm:pt modelId="{C53FCAC1-63CC-442E-8AF7-F4283E935919}" type="sibTrans" cxnId="{8F7886BA-103E-40D8-ACA1-9A58CD752501}">
      <dgm:prSet/>
      <dgm:spPr/>
      <dgm:t>
        <a:bodyPr/>
        <a:lstStyle/>
        <a:p>
          <a:endParaRPr lang="en-IL"/>
        </a:p>
      </dgm:t>
    </dgm:pt>
    <dgm:pt modelId="{94319CFA-8CB8-4EF8-BE89-58A0450D82CB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vector: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18468444-1DA4-41CA-ACA7-D1EC5C063273}" type="parTrans" cxnId="{59FACB5B-5E12-4BA5-A8EA-F0A44B6D71EF}">
      <dgm:prSet/>
      <dgm:spPr/>
      <dgm:t>
        <a:bodyPr/>
        <a:lstStyle/>
        <a:p>
          <a:endParaRPr lang="en-IL"/>
        </a:p>
      </dgm:t>
    </dgm:pt>
    <dgm:pt modelId="{40E490CE-C3F8-423F-A544-F302EE77EC03}" type="sibTrans" cxnId="{59FACB5B-5E12-4BA5-A8EA-F0A44B6D71EF}">
      <dgm:prSet/>
      <dgm:spPr/>
      <dgm:t>
        <a:bodyPr/>
        <a:lstStyle/>
        <a:p>
          <a:endParaRPr lang="en-IL"/>
        </a:p>
      </dgm:t>
    </dgm:pt>
    <dgm:pt modelId="{746051C8-0060-43BC-ADF7-CF044DF14126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Gaze, Headphones,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2A8D84E-37E0-43A3-9E9A-CC8BF1D3BC72}" type="parTrans" cxnId="{8D7B94A0-14F0-4ED1-90A6-2BCA14DEF34B}">
      <dgm:prSet/>
      <dgm:spPr/>
      <dgm:t>
        <a:bodyPr/>
        <a:lstStyle/>
        <a:p>
          <a:endParaRPr lang="en-IL"/>
        </a:p>
      </dgm:t>
    </dgm:pt>
    <dgm:pt modelId="{FFF7D2C8-2D8E-45D8-8300-D599D00EC3E5}" type="sibTrans" cxnId="{8D7B94A0-14F0-4ED1-90A6-2BCA14DEF34B}">
      <dgm:prSet/>
      <dgm:spPr/>
      <dgm:t>
        <a:bodyPr/>
        <a:lstStyle/>
        <a:p>
          <a:endParaRPr lang="en-IL"/>
        </a:p>
      </dgm:t>
    </dgm:pt>
    <dgm:pt modelId="{0F1D369D-5F8D-4044-BE72-64D08038F4C9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Environment, Privacy,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85FFA63-EE69-4BCF-9D3A-92ABFBBBC5F2}" type="parTrans" cxnId="{D8CE5340-B233-4FE6-909A-052ECEDE9B49}">
      <dgm:prSet/>
      <dgm:spPr/>
      <dgm:t>
        <a:bodyPr/>
        <a:lstStyle/>
        <a:p>
          <a:endParaRPr lang="en-IL"/>
        </a:p>
      </dgm:t>
    </dgm:pt>
    <dgm:pt modelId="{537F080C-A343-4F08-84D2-CF9FAFDC54D8}" type="sibTrans" cxnId="{D8CE5340-B233-4FE6-909A-052ECEDE9B49}">
      <dgm:prSet/>
      <dgm:spPr/>
      <dgm:t>
        <a:bodyPr/>
        <a:lstStyle/>
        <a:p>
          <a:endParaRPr lang="en-IL"/>
        </a:p>
      </dgm:t>
    </dgm:pt>
    <dgm:pt modelId="{DA832C2B-7541-4BDD-AF17-20FF2AEF1552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Object-in-hand (incl.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D5145E7-5BDA-4FC5-8344-D46DD7B25783}" type="parTrans" cxnId="{572D7C44-EFE6-44A0-9B59-1B17672EB40C}">
      <dgm:prSet/>
      <dgm:spPr/>
      <dgm:t>
        <a:bodyPr/>
        <a:lstStyle/>
        <a:p>
          <a:endParaRPr lang="en-IL"/>
        </a:p>
      </dgm:t>
    </dgm:pt>
    <dgm:pt modelId="{3B42628C-F474-4574-B617-3AA4A0D19D64}" type="sibTrans" cxnId="{572D7C44-EFE6-44A0-9B59-1B17672EB40C}">
      <dgm:prSet/>
      <dgm:spPr/>
      <dgm:t>
        <a:bodyPr/>
        <a:lstStyle/>
        <a:p>
          <a:endParaRPr lang="en-IL"/>
        </a:p>
      </dgm:t>
    </dgm:pt>
    <dgm:pt modelId="{47841492-D7FD-4A63-AE88-309CD67BADE2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Unknown).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15A9FA1-DFFF-4C06-85E8-7FDB6C5E3774}" type="parTrans" cxnId="{A20124B5-AC02-496D-A5B4-3BF5462150A1}">
      <dgm:prSet/>
      <dgm:spPr/>
      <dgm:t>
        <a:bodyPr/>
        <a:lstStyle/>
        <a:p>
          <a:endParaRPr lang="en-IL"/>
        </a:p>
      </dgm:t>
    </dgm:pt>
    <dgm:pt modelId="{A3FD4548-5F58-4568-8312-F8B476FB3ECF}" type="sibTrans" cxnId="{A20124B5-AC02-496D-A5B4-3BF5462150A1}">
      <dgm:prSet/>
      <dgm:spPr/>
      <dgm:t>
        <a:bodyPr/>
        <a:lstStyle/>
        <a:p>
          <a:endParaRPr lang="en-IL"/>
        </a:p>
      </dgm:t>
    </dgm:pt>
    <dgm:pt modelId="{76EB10E2-1547-4C37-AB78-053F8CE791C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Set strict labeling rules with Unknown when evidence is missing.</a:t>
          </a:r>
        </a:p>
      </dgm:t>
    </dgm:pt>
    <dgm:pt modelId="{8C8A7576-634A-40FF-8191-11EC290A025E}" type="parTrans" cxnId="{7443FA05-73FA-42B4-93E2-04D6900636A5}">
      <dgm:prSet/>
      <dgm:spPr/>
      <dgm:t>
        <a:bodyPr/>
        <a:lstStyle/>
        <a:p>
          <a:endParaRPr lang="en-IL"/>
        </a:p>
      </dgm:t>
    </dgm:pt>
    <dgm:pt modelId="{139CFB16-4331-48B2-B0E5-434927C71277}" type="sibTrans" cxnId="{7443FA05-73FA-42B4-93E2-04D6900636A5}">
      <dgm:prSet/>
      <dgm:spPr/>
      <dgm:t>
        <a:bodyPr/>
        <a:lstStyle/>
        <a:p>
          <a:endParaRPr lang="en-IL"/>
        </a:p>
      </dgm:t>
    </dgm:pt>
    <dgm:pt modelId="{C10C7465-C92C-4985-854A-7CA62188102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Started the data pipeline: real Zoom-like samples + synthetic augmentation.</a:t>
          </a:r>
        </a:p>
      </dgm:t>
    </dgm:pt>
    <dgm:pt modelId="{66D9D689-77AB-420C-862C-280502F1CBA9}" type="parTrans" cxnId="{66DB910F-7220-4E44-B42D-51CBFDA24847}">
      <dgm:prSet/>
      <dgm:spPr/>
      <dgm:t>
        <a:bodyPr/>
        <a:lstStyle/>
        <a:p>
          <a:endParaRPr lang="en-IL"/>
        </a:p>
      </dgm:t>
    </dgm:pt>
    <dgm:pt modelId="{AE5F6E02-0B86-40C8-B7A1-97187AC5DE8A}" type="sibTrans" cxnId="{66DB910F-7220-4E44-B42D-51CBFDA24847}">
      <dgm:prSet/>
      <dgm:spPr/>
      <dgm:t>
        <a:bodyPr/>
        <a:lstStyle/>
        <a:p>
          <a:endParaRPr lang="en-IL"/>
        </a:p>
      </dgm:t>
    </dgm:pt>
    <dgm:pt modelId="{062760FA-6CB0-48BD-9C02-4392C37E0F12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interpretable behaviors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4D79127-116D-4A97-8CF7-307D21E361C9}" type="parTrans" cxnId="{44F420BB-CE31-4E52-B9DB-18FE9C061FF8}">
      <dgm:prSet/>
      <dgm:spPr/>
      <dgm:t>
        <a:bodyPr/>
        <a:lstStyle/>
        <a:p>
          <a:endParaRPr lang="en-IL"/>
        </a:p>
      </dgm:t>
    </dgm:pt>
    <dgm:pt modelId="{1171D973-0D41-4A34-94F7-347322AFD29F}" type="sibTrans" cxnId="{44F420BB-CE31-4E52-B9DB-18FE9C061FF8}">
      <dgm:prSet/>
      <dgm:spPr/>
      <dgm:t>
        <a:bodyPr/>
        <a:lstStyle/>
        <a:p>
          <a:endParaRPr lang="en-IL"/>
        </a:p>
      </dgm:t>
    </dgm:pt>
    <dgm:pt modelId="{1B1761C3-C873-4213-B512-EDFE55F48EF6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(not a single engaged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A440431-5428-4C0C-AAC4-C526EFF6C4BB}" type="parTrans" cxnId="{479ED009-3A1F-4493-A1B1-6E2F5D205239}">
      <dgm:prSet/>
      <dgm:spPr/>
      <dgm:t>
        <a:bodyPr/>
        <a:lstStyle/>
        <a:p>
          <a:endParaRPr lang="en-IL"/>
        </a:p>
      </dgm:t>
    </dgm:pt>
    <dgm:pt modelId="{70B75511-3C46-4898-BC16-A78AC1DE77C7}" type="sibTrans" cxnId="{479ED009-3A1F-4493-A1B1-6E2F5D205239}">
      <dgm:prSet/>
      <dgm:spPr/>
      <dgm:t>
        <a:bodyPr/>
        <a:lstStyle/>
        <a:p>
          <a:endParaRPr lang="en-IL"/>
        </a:p>
      </dgm:t>
    </dgm:pt>
    <dgm:pt modelId="{DF7FD3D6-113A-4B39-AD6A-7F9825BEC6AD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score) and use controlled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032E27E4-B303-4CFE-9BB7-818FC979A876}" type="parTrans" cxnId="{56B76EA1-291C-4241-8B59-EE04B654D460}">
      <dgm:prSet/>
      <dgm:spPr/>
      <dgm:t>
        <a:bodyPr/>
        <a:lstStyle/>
        <a:p>
          <a:endParaRPr lang="en-IL"/>
        </a:p>
      </dgm:t>
    </dgm:pt>
    <dgm:pt modelId="{6B68B3ED-76B4-495B-9B2F-2B853D525B72}" type="sibTrans" cxnId="{56B76EA1-291C-4241-8B59-EE04B654D460}">
      <dgm:prSet/>
      <dgm:spPr/>
      <dgm:t>
        <a:bodyPr/>
        <a:lstStyle/>
        <a:p>
          <a:endParaRPr lang="en-IL"/>
        </a:p>
      </dgm:t>
    </dgm:pt>
    <dgm:pt modelId="{E0101210-C3FA-4AE3-A011-88282B879D5E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synthetic augmentation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B98C012A-73EE-4068-98EB-1E397E0F728D}" type="parTrans" cxnId="{D4719AF2-76C9-4237-85D9-D3C362DD264F}">
      <dgm:prSet/>
      <dgm:spPr/>
      <dgm:t>
        <a:bodyPr/>
        <a:lstStyle/>
        <a:p>
          <a:endParaRPr lang="en-IL"/>
        </a:p>
      </dgm:t>
    </dgm:pt>
    <dgm:pt modelId="{96493962-AEF7-400A-8A72-B0C1CE57BD23}" type="sibTrans" cxnId="{D4719AF2-76C9-4237-85D9-D3C362DD264F}">
      <dgm:prSet/>
      <dgm:spPr/>
      <dgm:t>
        <a:bodyPr/>
        <a:lstStyle/>
        <a:p>
          <a:endParaRPr lang="en-IL"/>
        </a:p>
      </dgm:t>
    </dgm:pt>
    <dgm:pt modelId="{6392CA15-B3B4-431B-AFB5-DAED0BF8120C}">
      <dgm:prSet custT="1"/>
      <dgm:spPr/>
      <dgm:t>
        <a:bodyPr/>
        <a:lstStyle/>
        <a:p>
          <a:pPr rtl="0"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to cover rare cases</a:t>
          </a:r>
          <a:r>
            <a:rPr lang="en-US" sz="2000" kern="1200" dirty="0"/>
            <a:t>.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CF3065EA-B68E-40B9-A350-0A4F0DF7BF49}" type="parTrans" cxnId="{D5038F66-CE43-4204-9BEC-85A98732DE28}">
      <dgm:prSet/>
      <dgm:spPr/>
      <dgm:t>
        <a:bodyPr/>
        <a:lstStyle/>
        <a:p>
          <a:endParaRPr lang="en-IL"/>
        </a:p>
      </dgm:t>
    </dgm:pt>
    <dgm:pt modelId="{79733255-AE04-44E4-B229-1102187838B3}" type="sibTrans" cxnId="{D5038F66-CE43-4204-9BEC-85A98732DE28}">
      <dgm:prSet/>
      <dgm:spPr/>
      <dgm:t>
        <a:bodyPr/>
        <a:lstStyle/>
        <a:p>
          <a:endParaRPr lang="en-IL"/>
        </a:p>
      </dgm:t>
    </dgm:pt>
    <dgm:pt modelId="{66AE3C9B-B86C-4D60-8E90-5AEBFCF9F278}" type="pres">
      <dgm:prSet presAssocID="{0D0831E4-5A18-44EC-AF2D-37EBDF05E4D4}" presName="Name0" presStyleCnt="0">
        <dgm:presLayoutVars>
          <dgm:dir/>
          <dgm:animLvl val="lvl"/>
          <dgm:resizeHandles val="exact"/>
        </dgm:presLayoutVars>
      </dgm:prSet>
      <dgm:spPr/>
    </dgm:pt>
    <dgm:pt modelId="{EF2A81C5-13AF-49AF-93A5-6D20FCB418BB}" type="pres">
      <dgm:prSet presAssocID="{41ED0B1A-B4E5-446B-B160-3B1B2294A4B1}" presName="composite" presStyleCnt="0"/>
      <dgm:spPr/>
    </dgm:pt>
    <dgm:pt modelId="{1F168819-FBA1-4836-8706-B1C58458F90C}" type="pres">
      <dgm:prSet presAssocID="{41ED0B1A-B4E5-446B-B160-3B1B2294A4B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523559FC-2F1F-458F-B35E-2559379006AF}" type="pres">
      <dgm:prSet presAssocID="{41ED0B1A-B4E5-446B-B160-3B1B2294A4B1}" presName="desTx" presStyleLbl="alignAccFollowNode1" presStyleIdx="0" presStyleCnt="4">
        <dgm:presLayoutVars>
          <dgm:bulletEnabled val="1"/>
        </dgm:presLayoutVars>
      </dgm:prSet>
      <dgm:spPr/>
    </dgm:pt>
    <dgm:pt modelId="{1B18BA42-A8B9-4164-9E62-F62475707214}" type="pres">
      <dgm:prSet presAssocID="{005C84C2-1435-4273-8EA8-681ECCB71906}" presName="space" presStyleCnt="0"/>
      <dgm:spPr/>
    </dgm:pt>
    <dgm:pt modelId="{D0B9F580-5B12-45C2-B135-5BA6D5BA8240}" type="pres">
      <dgm:prSet presAssocID="{9395666B-DF3E-483A-94A4-04F698753D7E}" presName="composite" presStyleCnt="0"/>
      <dgm:spPr/>
    </dgm:pt>
    <dgm:pt modelId="{B4FE0DA8-DB47-417A-9346-175EDA785B58}" type="pres">
      <dgm:prSet presAssocID="{9395666B-DF3E-483A-94A4-04F698753D7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2313CF1-FB8D-4816-8AE7-099D9CE9DF42}" type="pres">
      <dgm:prSet presAssocID="{9395666B-DF3E-483A-94A4-04F698753D7E}" presName="desTx" presStyleLbl="alignAccFollowNode1" presStyleIdx="1" presStyleCnt="4">
        <dgm:presLayoutVars>
          <dgm:bulletEnabled val="1"/>
        </dgm:presLayoutVars>
      </dgm:prSet>
      <dgm:spPr/>
    </dgm:pt>
    <dgm:pt modelId="{A6634AEF-31C8-436C-ACD1-F5300BB7A5A1}" type="pres">
      <dgm:prSet presAssocID="{F7E43814-94BF-4717-9DF6-32FE9407E9E8}" presName="space" presStyleCnt="0"/>
      <dgm:spPr/>
    </dgm:pt>
    <dgm:pt modelId="{347B6179-3668-43EA-9B1A-A2A83E8C6B21}" type="pres">
      <dgm:prSet presAssocID="{9C75468B-EBFD-4E25-9C55-FDF2266C664C}" presName="composite" presStyleCnt="0"/>
      <dgm:spPr/>
    </dgm:pt>
    <dgm:pt modelId="{B0EA6472-7A3C-43E6-A1AC-E0CDDF088F14}" type="pres">
      <dgm:prSet presAssocID="{9C75468B-EBFD-4E25-9C55-FDF2266C664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5FAA2A3-2129-449A-81E3-36E786FCF416}" type="pres">
      <dgm:prSet presAssocID="{9C75468B-EBFD-4E25-9C55-FDF2266C664C}" presName="desTx" presStyleLbl="alignAccFollowNode1" presStyleIdx="2" presStyleCnt="4">
        <dgm:presLayoutVars>
          <dgm:bulletEnabled val="1"/>
        </dgm:presLayoutVars>
      </dgm:prSet>
      <dgm:spPr/>
    </dgm:pt>
    <dgm:pt modelId="{38DB095B-CA16-4F1B-B2DB-0AA3DDAB9FE4}" type="pres">
      <dgm:prSet presAssocID="{FC8BA1E7-678B-48E8-AD0E-B4FE281CACCD}" presName="space" presStyleCnt="0"/>
      <dgm:spPr/>
    </dgm:pt>
    <dgm:pt modelId="{C24E3988-4CF0-414D-9507-0C0EC4363ABE}" type="pres">
      <dgm:prSet presAssocID="{4526C8B0-7A50-429F-9468-7EB3C3A5D763}" presName="composite" presStyleCnt="0"/>
      <dgm:spPr/>
    </dgm:pt>
    <dgm:pt modelId="{BC698F55-A252-4279-8041-FED8397C2E10}" type="pres">
      <dgm:prSet presAssocID="{4526C8B0-7A50-429F-9468-7EB3C3A5D76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848F9A3B-F77D-45AC-AC7A-DCF1208FA34C}" type="pres">
      <dgm:prSet presAssocID="{4526C8B0-7A50-429F-9468-7EB3C3A5D76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F394F904-9797-4BFF-A21F-FF7A45E942EB}" type="presOf" srcId="{3873AAC2-B6A9-435D-8F8D-211B1C594A43}" destId="{02313CF1-FB8D-4816-8AE7-099D9CE9DF42}" srcOrd="0" destOrd="1" presId="urn:microsoft.com/office/officeart/2005/8/layout/hList1"/>
    <dgm:cxn modelId="{7443FA05-73FA-42B4-93E2-04D6900636A5}" srcId="{9C75468B-EBFD-4E25-9C55-FDF2266C664C}" destId="{76EB10E2-1547-4C37-AB78-053F8CE791CA}" srcOrd="1" destOrd="0" parTransId="{8C8A7576-634A-40FF-8191-11EC290A025E}" sibTransId="{139CFB16-4331-48B2-B0E5-434927C71277}"/>
    <dgm:cxn modelId="{479ED009-3A1F-4493-A1B1-6E2F5D205239}" srcId="{4526C8B0-7A50-429F-9468-7EB3C3A5D763}" destId="{1B1761C3-C873-4213-B512-EDFE55F48EF6}" srcOrd="2" destOrd="0" parTransId="{6A440431-5428-4C0C-AAC4-C526EFF6C4BB}" sibTransId="{70B75511-3C46-4898-BC16-A78AC1DE77C7}"/>
    <dgm:cxn modelId="{66DB910F-7220-4E44-B42D-51CBFDA24847}" srcId="{9C75468B-EBFD-4E25-9C55-FDF2266C664C}" destId="{C10C7465-C92C-4985-854A-7CA621881027}" srcOrd="2" destOrd="0" parTransId="{66D9D689-77AB-420C-862C-280502F1CBA9}" sibTransId="{AE5F6E02-0B86-40C8-B7A1-97187AC5DE8A}"/>
    <dgm:cxn modelId="{31E2D216-01FF-4294-9B4B-1EB5F44932AE}" type="presOf" srcId="{E0101210-C3FA-4AE3-A011-88282B879D5E}" destId="{848F9A3B-F77D-45AC-AC7A-DCF1208FA34C}" srcOrd="0" destOrd="4" presId="urn:microsoft.com/office/officeart/2005/8/layout/hList1"/>
    <dgm:cxn modelId="{1182C822-4015-4993-92F1-1CCA4C544EA5}" type="presOf" srcId="{C5ED2D46-DCD4-4C66-BD50-11107AFC895E}" destId="{523559FC-2F1F-458F-B35E-2559379006AF}" srcOrd="0" destOrd="0" presId="urn:microsoft.com/office/officeart/2005/8/layout/hList1"/>
    <dgm:cxn modelId="{91E83D24-0896-45CF-B38A-C241FDF8C927}" srcId="{9395666B-DF3E-483A-94A4-04F698753D7E}" destId="{66B370F2-0EAC-4A39-B8BB-F5FFD210C17E}" srcOrd="0" destOrd="0" parTransId="{C3A1004C-4ADB-4BBD-9486-DF0893BA375E}" sibTransId="{B0FB5C3B-29BD-44BC-BAFF-AD857ED0C9E5}"/>
    <dgm:cxn modelId="{8DA3162F-D7B5-4566-BECA-2F502B7D0FD3}" type="presOf" srcId="{B922DC98-2E90-41B9-84F9-5ACE38C2F0EC}" destId="{02313CF1-FB8D-4816-8AE7-099D9CE9DF42}" srcOrd="0" destOrd="2" presId="urn:microsoft.com/office/officeart/2005/8/layout/hList1"/>
    <dgm:cxn modelId="{71B3653C-91B6-4185-9C0F-F99E6D0C32D4}" type="presOf" srcId="{41ED0B1A-B4E5-446B-B160-3B1B2294A4B1}" destId="{1F168819-FBA1-4836-8706-B1C58458F90C}" srcOrd="0" destOrd="0" presId="urn:microsoft.com/office/officeart/2005/8/layout/hList1"/>
    <dgm:cxn modelId="{7BDD9D3C-C472-4524-9B0D-1A91ED876A63}" type="presOf" srcId="{0F1D369D-5F8D-4044-BE72-64D08038F4C9}" destId="{02313CF1-FB8D-4816-8AE7-099D9CE9DF42}" srcOrd="0" destOrd="5" presId="urn:microsoft.com/office/officeart/2005/8/layout/hList1"/>
    <dgm:cxn modelId="{49DDE73C-5D07-45F2-9BA5-91EE57925062}" type="presOf" srcId="{4526C8B0-7A50-429F-9468-7EB3C3A5D763}" destId="{BC698F55-A252-4279-8041-FED8397C2E10}" srcOrd="0" destOrd="0" presId="urn:microsoft.com/office/officeart/2005/8/layout/hList1"/>
    <dgm:cxn modelId="{D8CE5340-B233-4FE6-909A-052ECEDE9B49}" srcId="{9395666B-DF3E-483A-94A4-04F698753D7E}" destId="{0F1D369D-5F8D-4044-BE72-64D08038F4C9}" srcOrd="5" destOrd="0" parTransId="{985FFA63-EE69-4BCF-9D3A-92ABFBBBC5F2}" sibTransId="{537F080C-A343-4F08-84D2-CF9FAFDC54D8}"/>
    <dgm:cxn modelId="{59FACB5B-5E12-4BA5-A8EA-F0A44B6D71EF}" srcId="{9395666B-DF3E-483A-94A4-04F698753D7E}" destId="{94319CFA-8CB8-4EF8-BE89-58A0450D82CB}" srcOrd="3" destOrd="0" parTransId="{18468444-1DA4-41CA-ACA7-D1EC5C063273}" sibTransId="{40E490CE-C3F8-423F-A544-F302EE77EC03}"/>
    <dgm:cxn modelId="{70A90163-0FA2-4E8D-8E87-8AB066FF7481}" srcId="{0D0831E4-5A18-44EC-AF2D-37EBDF05E4D4}" destId="{4526C8B0-7A50-429F-9468-7EB3C3A5D763}" srcOrd="3" destOrd="0" parTransId="{0DEC8047-2170-4A4D-AB28-B51C69BFD49E}" sibTransId="{3B5723E1-A1CC-40DD-8F3D-7478C3B1F4FC}"/>
    <dgm:cxn modelId="{572D7C44-EFE6-44A0-9B59-1B17672EB40C}" srcId="{9395666B-DF3E-483A-94A4-04F698753D7E}" destId="{DA832C2B-7541-4BDD-AF17-20FF2AEF1552}" srcOrd="6" destOrd="0" parTransId="{9D5145E7-5BDA-4FC5-8344-D46DD7B25783}" sibTransId="{3B42628C-F474-4574-B617-3AA4A0D19D64}"/>
    <dgm:cxn modelId="{D5038F66-CE43-4204-9BEC-85A98732DE28}" srcId="{4526C8B0-7A50-429F-9468-7EB3C3A5D763}" destId="{6392CA15-B3B4-431B-AFB5-DAED0BF8120C}" srcOrd="5" destOrd="0" parTransId="{CF3065EA-B68E-40B9-A350-0A4F0DF7BF49}" sibTransId="{79733255-AE04-44E4-B229-1102187838B3}"/>
    <dgm:cxn modelId="{3B6B5C49-7AC7-48AA-B572-4BF55A1A5F19}" type="presOf" srcId="{95F7E20D-547E-4F57-A801-9CAE604B435F}" destId="{45FAA2A3-2129-449A-81E3-36E786FCF416}" srcOrd="0" destOrd="0" presId="urn:microsoft.com/office/officeart/2005/8/layout/hList1"/>
    <dgm:cxn modelId="{4B416C75-D389-4C5D-894C-7BB2EB440173}" srcId="{0D0831E4-5A18-44EC-AF2D-37EBDF05E4D4}" destId="{41ED0B1A-B4E5-446B-B160-3B1B2294A4B1}" srcOrd="0" destOrd="0" parTransId="{3F906D5F-5285-49FD-8F4F-FECAE533E5FA}" sibTransId="{005C84C2-1435-4273-8EA8-681ECCB71906}"/>
    <dgm:cxn modelId="{0E87F956-4FCC-4DFD-8AC9-B62444CCBAE7}" type="presOf" srcId="{C10C7465-C92C-4985-854A-7CA621881027}" destId="{45FAA2A3-2129-449A-81E3-36E786FCF416}" srcOrd="0" destOrd="2" presId="urn:microsoft.com/office/officeart/2005/8/layout/hList1"/>
    <dgm:cxn modelId="{6816BB57-D3D8-409F-89C6-3E4037034DC0}" srcId="{41ED0B1A-B4E5-446B-B160-3B1B2294A4B1}" destId="{C5ED2D46-DCD4-4C66-BD50-11107AFC895E}" srcOrd="0" destOrd="0" parTransId="{E34BC965-498A-46ED-8BE2-C5D1C242C19D}" sibTransId="{1CCCBAF0-465E-45EA-87D1-DE62715EB507}"/>
    <dgm:cxn modelId="{77670380-31A0-401F-9B88-4F85BB614C5F}" type="presOf" srcId="{DF7FD3D6-113A-4B39-AD6A-7F9825BEC6AD}" destId="{848F9A3B-F77D-45AC-AC7A-DCF1208FA34C}" srcOrd="0" destOrd="3" presId="urn:microsoft.com/office/officeart/2005/8/layout/hList1"/>
    <dgm:cxn modelId="{04DB2885-4CE7-462A-8929-81B226AC5F5F}" type="presOf" srcId="{062760FA-6CB0-48BD-9C02-4392C37E0F12}" destId="{848F9A3B-F77D-45AC-AC7A-DCF1208FA34C}" srcOrd="0" destOrd="1" presId="urn:microsoft.com/office/officeart/2005/8/layout/hList1"/>
    <dgm:cxn modelId="{9A4EC586-5DE5-4D17-8FB5-A89FC6FC635B}" srcId="{9395666B-DF3E-483A-94A4-04F698753D7E}" destId="{3873AAC2-B6A9-435D-8F8D-211B1C594A43}" srcOrd="1" destOrd="0" parTransId="{F5B8F285-7C41-4AA0-ADF5-6A3FC8759949}" sibTransId="{A11FD043-11D6-4991-B4B0-FF536A14B934}"/>
    <dgm:cxn modelId="{4ABBDA8B-68C6-48CD-84C0-B947ED164F3C}" srcId="{0D0831E4-5A18-44EC-AF2D-37EBDF05E4D4}" destId="{9C75468B-EBFD-4E25-9C55-FDF2266C664C}" srcOrd="2" destOrd="0" parTransId="{7731870C-153C-4EE4-ACC5-71727FFA17E8}" sibTransId="{FC8BA1E7-678B-48E8-AD0E-B4FE281CACCD}"/>
    <dgm:cxn modelId="{D8633690-47CE-455E-A1E8-715ADC6A2465}" type="presOf" srcId="{03BC327C-9102-4D2E-8DD3-B6ED40798976}" destId="{848F9A3B-F77D-45AC-AC7A-DCF1208FA34C}" srcOrd="0" destOrd="0" presId="urn:microsoft.com/office/officeart/2005/8/layout/hList1"/>
    <dgm:cxn modelId="{8A7F9691-054A-4A94-8AA2-2349998176F7}" srcId="{0D0831E4-5A18-44EC-AF2D-37EBDF05E4D4}" destId="{9395666B-DF3E-483A-94A4-04F698753D7E}" srcOrd="1" destOrd="0" parTransId="{A9223BF0-4992-4F7D-A4AB-07D994DA31E4}" sibTransId="{F7E43814-94BF-4717-9DF6-32FE9407E9E8}"/>
    <dgm:cxn modelId="{483DF59C-836A-49A3-84B2-8FAF298CF35F}" type="presOf" srcId="{76EB10E2-1547-4C37-AB78-053F8CE791CA}" destId="{45FAA2A3-2129-449A-81E3-36E786FCF416}" srcOrd="0" destOrd="1" presId="urn:microsoft.com/office/officeart/2005/8/layout/hList1"/>
    <dgm:cxn modelId="{8D7B94A0-14F0-4ED1-90A6-2BCA14DEF34B}" srcId="{9395666B-DF3E-483A-94A4-04F698753D7E}" destId="{746051C8-0060-43BC-ADF7-CF044DF14126}" srcOrd="4" destOrd="0" parTransId="{42A8D84E-37E0-43A3-9E9A-CC8BF1D3BC72}" sibTransId="{FFF7D2C8-2D8E-45D8-8300-D599D00EC3E5}"/>
    <dgm:cxn modelId="{56B76EA1-291C-4241-8B59-EE04B654D460}" srcId="{4526C8B0-7A50-429F-9468-7EB3C3A5D763}" destId="{DF7FD3D6-113A-4B39-AD6A-7F9825BEC6AD}" srcOrd="3" destOrd="0" parTransId="{032E27E4-B303-4CFE-9BB7-818FC979A876}" sibTransId="{6B68B3ED-76B4-495B-9B2F-2B853D525B72}"/>
    <dgm:cxn modelId="{1CBFACA6-B797-498D-83B1-BCE205AE594B}" type="presOf" srcId="{746051C8-0060-43BC-ADF7-CF044DF14126}" destId="{02313CF1-FB8D-4816-8AE7-099D9CE9DF42}" srcOrd="0" destOrd="4" presId="urn:microsoft.com/office/officeart/2005/8/layout/hList1"/>
    <dgm:cxn modelId="{A20124B5-AC02-496D-A5B4-3BF5462150A1}" srcId="{9395666B-DF3E-483A-94A4-04F698753D7E}" destId="{47841492-D7FD-4A63-AE88-309CD67BADE2}" srcOrd="7" destOrd="0" parTransId="{415A9FA1-DFFF-4C06-85E8-7FDB6C5E3774}" sibTransId="{A3FD4548-5F58-4568-8312-F8B476FB3ECF}"/>
    <dgm:cxn modelId="{C5F55AB6-667E-4E85-A7AE-D3049F6E3FAA}" type="presOf" srcId="{47841492-D7FD-4A63-AE88-309CD67BADE2}" destId="{02313CF1-FB8D-4816-8AE7-099D9CE9DF42}" srcOrd="0" destOrd="7" presId="urn:microsoft.com/office/officeart/2005/8/layout/hList1"/>
    <dgm:cxn modelId="{8F7886BA-103E-40D8-ACA1-9A58CD752501}" srcId="{9395666B-DF3E-483A-94A4-04F698753D7E}" destId="{B922DC98-2E90-41B9-84F9-5ACE38C2F0EC}" srcOrd="2" destOrd="0" parTransId="{7C58A6EA-5E15-498F-98C6-159451265D4D}" sibTransId="{C53FCAC1-63CC-442E-8AF7-F4283E935919}"/>
    <dgm:cxn modelId="{44F420BB-CE31-4E52-B9DB-18FE9C061FF8}" srcId="{4526C8B0-7A50-429F-9468-7EB3C3A5D763}" destId="{062760FA-6CB0-48BD-9C02-4392C37E0F12}" srcOrd="1" destOrd="0" parTransId="{94D79127-116D-4A97-8CF7-307D21E361C9}" sibTransId="{1171D973-0D41-4A34-94F7-347322AFD29F}"/>
    <dgm:cxn modelId="{5728B4BF-3AB8-44BA-924D-A56EEC12CD47}" srcId="{9C75468B-EBFD-4E25-9C55-FDF2266C664C}" destId="{95F7E20D-547E-4F57-A801-9CAE604B435F}" srcOrd="0" destOrd="0" parTransId="{6BFD7418-6C99-4FA7-95CE-78FD347CD0FB}" sibTransId="{2AD60C05-F80E-4723-BF02-735137FAB573}"/>
    <dgm:cxn modelId="{9F0460CD-70E3-4A23-9BF4-AF40B409B40B}" type="presOf" srcId="{9C75468B-EBFD-4E25-9C55-FDF2266C664C}" destId="{B0EA6472-7A3C-43E6-A1AC-E0CDDF088F14}" srcOrd="0" destOrd="0" presId="urn:microsoft.com/office/officeart/2005/8/layout/hList1"/>
    <dgm:cxn modelId="{007EE1CE-89BF-4221-B7C5-941C0B972DEF}" type="presOf" srcId="{DA832C2B-7541-4BDD-AF17-20FF2AEF1552}" destId="{02313CF1-FB8D-4816-8AE7-099D9CE9DF42}" srcOrd="0" destOrd="6" presId="urn:microsoft.com/office/officeart/2005/8/layout/hList1"/>
    <dgm:cxn modelId="{108164D0-74EC-4C3E-AEF4-3EA738A03217}" type="presOf" srcId="{0D0831E4-5A18-44EC-AF2D-37EBDF05E4D4}" destId="{66AE3C9B-B86C-4D60-8E90-5AEBFCF9F278}" srcOrd="0" destOrd="0" presId="urn:microsoft.com/office/officeart/2005/8/layout/hList1"/>
    <dgm:cxn modelId="{79EC18D8-B8EA-445C-B802-315DCFA41350}" type="presOf" srcId="{9395666B-DF3E-483A-94A4-04F698753D7E}" destId="{B4FE0DA8-DB47-417A-9346-175EDA785B58}" srcOrd="0" destOrd="0" presId="urn:microsoft.com/office/officeart/2005/8/layout/hList1"/>
    <dgm:cxn modelId="{00F0F2D8-772A-4421-AB8D-E4A4D6EA8D8A}" type="presOf" srcId="{1B1761C3-C873-4213-B512-EDFE55F48EF6}" destId="{848F9A3B-F77D-45AC-AC7A-DCF1208FA34C}" srcOrd="0" destOrd="2" presId="urn:microsoft.com/office/officeart/2005/8/layout/hList1"/>
    <dgm:cxn modelId="{C4808BE1-FB7E-4B72-BA73-2A770752353A}" type="presOf" srcId="{94319CFA-8CB8-4EF8-BE89-58A0450D82CB}" destId="{02313CF1-FB8D-4816-8AE7-099D9CE9DF42}" srcOrd="0" destOrd="3" presId="urn:microsoft.com/office/officeart/2005/8/layout/hList1"/>
    <dgm:cxn modelId="{FD8B23E4-DF7C-462C-A27C-45029FC982BF}" type="presOf" srcId="{66B370F2-0EAC-4A39-B8BB-F5FFD210C17E}" destId="{02313CF1-FB8D-4816-8AE7-099D9CE9DF42}" srcOrd="0" destOrd="0" presId="urn:microsoft.com/office/officeart/2005/8/layout/hList1"/>
    <dgm:cxn modelId="{E3B64CEA-994D-4CC7-8F5D-15D39DF6CBE2}" type="presOf" srcId="{6392CA15-B3B4-431B-AFB5-DAED0BF8120C}" destId="{848F9A3B-F77D-45AC-AC7A-DCF1208FA34C}" srcOrd="0" destOrd="5" presId="urn:microsoft.com/office/officeart/2005/8/layout/hList1"/>
    <dgm:cxn modelId="{9C28F7EE-BCA6-4C88-B9F0-47E17A94F30D}" srcId="{4526C8B0-7A50-429F-9468-7EB3C3A5D763}" destId="{03BC327C-9102-4D2E-8DD3-B6ED40798976}" srcOrd="0" destOrd="0" parTransId="{F45E9E0A-DA25-43A0-8702-CA1E351E8F13}" sibTransId="{A49F1298-C877-489D-98D4-13324B7628C6}"/>
    <dgm:cxn modelId="{D4719AF2-76C9-4237-85D9-D3C362DD264F}" srcId="{4526C8B0-7A50-429F-9468-7EB3C3A5D763}" destId="{E0101210-C3FA-4AE3-A011-88282B879D5E}" srcOrd="4" destOrd="0" parTransId="{B98C012A-73EE-4068-98EB-1E397E0F728D}" sibTransId="{96493962-AEF7-400A-8A72-B0C1CE57BD23}"/>
    <dgm:cxn modelId="{3DD0A6EB-AE63-4C9C-9D93-EC79570B9BD6}" type="presParOf" srcId="{66AE3C9B-B86C-4D60-8E90-5AEBFCF9F278}" destId="{EF2A81C5-13AF-49AF-93A5-6D20FCB418BB}" srcOrd="0" destOrd="0" presId="urn:microsoft.com/office/officeart/2005/8/layout/hList1"/>
    <dgm:cxn modelId="{1DA19401-3458-4683-A51D-B93137AEDD8A}" type="presParOf" srcId="{EF2A81C5-13AF-49AF-93A5-6D20FCB418BB}" destId="{1F168819-FBA1-4836-8706-B1C58458F90C}" srcOrd="0" destOrd="0" presId="urn:microsoft.com/office/officeart/2005/8/layout/hList1"/>
    <dgm:cxn modelId="{957BFF7A-C263-4B0A-8C10-8349B3E2D013}" type="presParOf" srcId="{EF2A81C5-13AF-49AF-93A5-6D20FCB418BB}" destId="{523559FC-2F1F-458F-B35E-2559379006AF}" srcOrd="1" destOrd="0" presId="urn:microsoft.com/office/officeart/2005/8/layout/hList1"/>
    <dgm:cxn modelId="{C62CF008-9796-4901-8398-C3350F2BDA57}" type="presParOf" srcId="{66AE3C9B-B86C-4D60-8E90-5AEBFCF9F278}" destId="{1B18BA42-A8B9-4164-9E62-F62475707214}" srcOrd="1" destOrd="0" presId="urn:microsoft.com/office/officeart/2005/8/layout/hList1"/>
    <dgm:cxn modelId="{A44F22C8-80AE-4360-8D86-1A611B56B370}" type="presParOf" srcId="{66AE3C9B-B86C-4D60-8E90-5AEBFCF9F278}" destId="{D0B9F580-5B12-45C2-B135-5BA6D5BA8240}" srcOrd="2" destOrd="0" presId="urn:microsoft.com/office/officeart/2005/8/layout/hList1"/>
    <dgm:cxn modelId="{A94AA05B-3A02-4E23-B4CB-65FD21B8B11C}" type="presParOf" srcId="{D0B9F580-5B12-45C2-B135-5BA6D5BA8240}" destId="{B4FE0DA8-DB47-417A-9346-175EDA785B58}" srcOrd="0" destOrd="0" presId="urn:microsoft.com/office/officeart/2005/8/layout/hList1"/>
    <dgm:cxn modelId="{65C5265E-78B0-4822-9964-A061ACDF2DBE}" type="presParOf" srcId="{D0B9F580-5B12-45C2-B135-5BA6D5BA8240}" destId="{02313CF1-FB8D-4816-8AE7-099D9CE9DF42}" srcOrd="1" destOrd="0" presId="urn:microsoft.com/office/officeart/2005/8/layout/hList1"/>
    <dgm:cxn modelId="{58829023-ACA8-4C0C-9973-BF5444208D83}" type="presParOf" srcId="{66AE3C9B-B86C-4D60-8E90-5AEBFCF9F278}" destId="{A6634AEF-31C8-436C-ACD1-F5300BB7A5A1}" srcOrd="3" destOrd="0" presId="urn:microsoft.com/office/officeart/2005/8/layout/hList1"/>
    <dgm:cxn modelId="{6FEB2DF0-6EFB-4A85-9008-AFE983DD03FC}" type="presParOf" srcId="{66AE3C9B-B86C-4D60-8E90-5AEBFCF9F278}" destId="{347B6179-3668-43EA-9B1A-A2A83E8C6B21}" srcOrd="4" destOrd="0" presId="urn:microsoft.com/office/officeart/2005/8/layout/hList1"/>
    <dgm:cxn modelId="{743305FB-1906-4575-BCE9-6811BCB31376}" type="presParOf" srcId="{347B6179-3668-43EA-9B1A-A2A83E8C6B21}" destId="{B0EA6472-7A3C-43E6-A1AC-E0CDDF088F14}" srcOrd="0" destOrd="0" presId="urn:microsoft.com/office/officeart/2005/8/layout/hList1"/>
    <dgm:cxn modelId="{B2F68EA8-17BB-4EC7-A26E-0051AB44F730}" type="presParOf" srcId="{347B6179-3668-43EA-9B1A-A2A83E8C6B21}" destId="{45FAA2A3-2129-449A-81E3-36E786FCF416}" srcOrd="1" destOrd="0" presId="urn:microsoft.com/office/officeart/2005/8/layout/hList1"/>
    <dgm:cxn modelId="{0D11A23F-FB81-48B1-AC4A-BF4181B3FB91}" type="presParOf" srcId="{66AE3C9B-B86C-4D60-8E90-5AEBFCF9F278}" destId="{38DB095B-CA16-4F1B-B2DB-0AA3DDAB9FE4}" srcOrd="5" destOrd="0" presId="urn:microsoft.com/office/officeart/2005/8/layout/hList1"/>
    <dgm:cxn modelId="{F5045A91-39FB-4110-ADA6-E7AD9E4D58C0}" type="presParOf" srcId="{66AE3C9B-B86C-4D60-8E90-5AEBFCF9F278}" destId="{C24E3988-4CF0-414D-9507-0C0EC4363ABE}" srcOrd="6" destOrd="0" presId="urn:microsoft.com/office/officeart/2005/8/layout/hList1"/>
    <dgm:cxn modelId="{D9FDE544-5CD1-4EA3-9416-30A9EA2FBC61}" type="presParOf" srcId="{C24E3988-4CF0-414D-9507-0C0EC4363ABE}" destId="{BC698F55-A252-4279-8041-FED8397C2E10}" srcOrd="0" destOrd="0" presId="urn:microsoft.com/office/officeart/2005/8/layout/hList1"/>
    <dgm:cxn modelId="{93CF66E1-CEA6-4D4C-A48F-45EE1FAAF43C}" type="presParOf" srcId="{C24E3988-4CF0-414D-9507-0C0EC4363ABE}" destId="{848F9A3B-F77D-45AC-AC7A-DCF1208FA34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18F21B-FCEA-4A92-AD54-959635C800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4E9C169-E108-4E2B-8803-2564D114A5ED}">
      <dgm:prSet custT="1"/>
      <dgm:spPr/>
      <dgm:t>
        <a:bodyPr/>
        <a:lstStyle/>
        <a:p>
          <a:r>
            <a:rPr lang="en-US" sz="2000" kern="12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Train an improved model on the finalized dataset (stronger baseline + regularization).</a:t>
          </a:r>
        </a:p>
      </dgm:t>
    </dgm:pt>
    <dgm:pt modelId="{2700570B-6911-4D8A-AC43-5D12C6FEF7EC}" type="parTrans" cxnId="{B46A2FCD-7376-45F6-9725-5A24755F1EE5}">
      <dgm:prSet/>
      <dgm:spPr/>
      <dgm:t>
        <a:bodyPr/>
        <a:lstStyle/>
        <a:p>
          <a:endParaRPr lang="en-US"/>
        </a:p>
      </dgm:t>
    </dgm:pt>
    <dgm:pt modelId="{1838B863-1748-4381-8D37-A42A99324CE0}" type="sibTrans" cxnId="{B46A2FCD-7376-45F6-9725-5A24755F1EE5}">
      <dgm:prSet/>
      <dgm:spPr/>
      <dgm:t>
        <a:bodyPr/>
        <a:lstStyle/>
        <a:p>
          <a:endParaRPr lang="en-US"/>
        </a:p>
      </dgm:t>
    </dgm:pt>
    <dgm:pt modelId="{B757E93B-9C5D-483E-87AD-14F42EB930D4}">
      <dgm:prSet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EDA-driven data balancing: add targeted real/synthetic samples for rare classes.</a:t>
          </a:r>
        </a:p>
      </dgm:t>
    </dgm:pt>
    <dgm:pt modelId="{6DEF961B-8454-4B92-AC2B-BDD019A3DFED}" type="parTrans" cxnId="{DC61A76D-A727-45DC-AC4D-1076925B0EB3}">
      <dgm:prSet/>
      <dgm:spPr/>
      <dgm:t>
        <a:bodyPr/>
        <a:lstStyle/>
        <a:p>
          <a:endParaRPr lang="en-US"/>
        </a:p>
      </dgm:t>
    </dgm:pt>
    <dgm:pt modelId="{6CC88E98-CFF5-4354-A333-410CBA12289A}" type="sibTrans" cxnId="{DC61A76D-A727-45DC-AC4D-1076925B0EB3}">
      <dgm:prSet/>
      <dgm:spPr/>
      <dgm:t>
        <a:bodyPr/>
        <a:lstStyle/>
        <a:p>
          <a:endParaRPr lang="en-US"/>
        </a:p>
      </dgm:t>
    </dgm:pt>
    <dgm:pt modelId="{D7299EC5-735D-410C-9C72-D95855C7A817}">
      <dgm:prSet custT="1"/>
      <dgm:spPr/>
      <dgm:t>
        <a:bodyPr/>
        <a:lstStyle/>
        <a:p>
          <a:r>
            <a:rPr lang="en-US" sz="2000" kern="12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Evaluate on a held-out real test set and report per-behavior metrics.</a:t>
          </a:r>
        </a:p>
      </dgm:t>
    </dgm:pt>
    <dgm:pt modelId="{EE70D38B-B222-407B-A313-8E1D2E59CABC}" type="parTrans" cxnId="{901E8F6E-9839-4F0B-B7FA-90BDE09C47A1}">
      <dgm:prSet/>
      <dgm:spPr/>
      <dgm:t>
        <a:bodyPr/>
        <a:lstStyle/>
        <a:p>
          <a:endParaRPr lang="en-US"/>
        </a:p>
      </dgm:t>
    </dgm:pt>
    <dgm:pt modelId="{BC9108A4-B721-4C31-8B0D-103997B5D7BC}" type="sibTrans" cxnId="{901E8F6E-9839-4F0B-B7FA-90BDE09C47A1}">
      <dgm:prSet/>
      <dgm:spPr/>
      <dgm:t>
        <a:bodyPr/>
        <a:lstStyle/>
        <a:p>
          <a:endParaRPr lang="en-US"/>
        </a:p>
      </dgm:t>
    </dgm:pt>
    <dgm:pt modelId="{AD116C14-2A90-4A6B-8A70-950808395441}">
      <dgm:prSet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Error analysis + prototype demo: input one Zoom-like frame → output the behavior vector.</a:t>
          </a:r>
        </a:p>
      </dgm:t>
    </dgm:pt>
    <dgm:pt modelId="{8870A990-3B85-48AC-8CF5-F1ECAEFF3278}" type="parTrans" cxnId="{922B0FA2-3AED-4200-9CE8-AFCB8EA5EFBC}">
      <dgm:prSet/>
      <dgm:spPr/>
      <dgm:t>
        <a:bodyPr/>
        <a:lstStyle/>
        <a:p>
          <a:endParaRPr lang="en-US"/>
        </a:p>
      </dgm:t>
    </dgm:pt>
    <dgm:pt modelId="{0B964ACE-9673-4951-A090-4A6C99A4B5FD}" type="sibTrans" cxnId="{922B0FA2-3AED-4200-9CE8-AFCB8EA5EFBC}">
      <dgm:prSet/>
      <dgm:spPr/>
      <dgm:t>
        <a:bodyPr/>
        <a:lstStyle/>
        <a:p>
          <a:endParaRPr lang="en-US"/>
        </a:p>
      </dgm:t>
    </dgm:pt>
    <dgm:pt modelId="{10E1EF26-417A-4FAF-92D6-6424E68BF138}" type="pres">
      <dgm:prSet presAssocID="{0818F21B-FCEA-4A92-AD54-959635C800F3}" presName="root" presStyleCnt="0">
        <dgm:presLayoutVars>
          <dgm:dir/>
          <dgm:resizeHandles val="exact"/>
        </dgm:presLayoutVars>
      </dgm:prSet>
      <dgm:spPr/>
    </dgm:pt>
    <dgm:pt modelId="{5128B6F5-75DC-4CD3-864E-378612CD748F}" type="pres">
      <dgm:prSet presAssocID="{74E9C169-E108-4E2B-8803-2564D114A5ED}" presName="compNode" presStyleCnt="0"/>
      <dgm:spPr/>
    </dgm:pt>
    <dgm:pt modelId="{CD6A94F4-0A46-46CA-8DC8-05504AD7E0DC}" type="pres">
      <dgm:prSet presAssocID="{74E9C169-E108-4E2B-8803-2564D114A5ED}" presName="bgRect" presStyleLbl="bgShp" presStyleIdx="0" presStyleCnt="4"/>
      <dgm:spPr/>
    </dgm:pt>
    <dgm:pt modelId="{4ED7EEF5-AD22-4922-AFE4-55FEDBC208A5}" type="pres">
      <dgm:prSet presAssocID="{74E9C169-E108-4E2B-8803-2564D114A5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01C1E82-DECA-4284-9124-6F538C89EEBB}" type="pres">
      <dgm:prSet presAssocID="{74E9C169-E108-4E2B-8803-2564D114A5ED}" presName="spaceRect" presStyleCnt="0"/>
      <dgm:spPr/>
    </dgm:pt>
    <dgm:pt modelId="{1EE2B51F-585A-429B-B2D0-317C7F5FAC9B}" type="pres">
      <dgm:prSet presAssocID="{74E9C169-E108-4E2B-8803-2564D114A5ED}" presName="parTx" presStyleLbl="revTx" presStyleIdx="0" presStyleCnt="4">
        <dgm:presLayoutVars>
          <dgm:chMax val="0"/>
          <dgm:chPref val="0"/>
        </dgm:presLayoutVars>
      </dgm:prSet>
      <dgm:spPr/>
    </dgm:pt>
    <dgm:pt modelId="{F807A585-86C8-4575-8EBD-57D23EB8E963}" type="pres">
      <dgm:prSet presAssocID="{1838B863-1748-4381-8D37-A42A99324CE0}" presName="sibTrans" presStyleCnt="0"/>
      <dgm:spPr/>
    </dgm:pt>
    <dgm:pt modelId="{26C55ED7-862B-471C-B1ED-32F776E3C03B}" type="pres">
      <dgm:prSet presAssocID="{B757E93B-9C5D-483E-87AD-14F42EB930D4}" presName="compNode" presStyleCnt="0"/>
      <dgm:spPr/>
    </dgm:pt>
    <dgm:pt modelId="{8D3D359F-C85C-4162-B911-460859739512}" type="pres">
      <dgm:prSet presAssocID="{B757E93B-9C5D-483E-87AD-14F42EB930D4}" presName="bgRect" presStyleLbl="bgShp" presStyleIdx="1" presStyleCnt="4"/>
      <dgm:spPr/>
    </dgm:pt>
    <dgm:pt modelId="{EB97BDF1-8493-4201-A6F8-E952E11DB13F}" type="pres">
      <dgm:prSet presAssocID="{B757E93B-9C5D-483E-87AD-14F42EB930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EBCB4CF1-B626-4233-BB50-9BE59B3CC809}" type="pres">
      <dgm:prSet presAssocID="{B757E93B-9C5D-483E-87AD-14F42EB930D4}" presName="spaceRect" presStyleCnt="0"/>
      <dgm:spPr/>
    </dgm:pt>
    <dgm:pt modelId="{7FE38BA3-31DA-41DD-909B-BD88A506EEC4}" type="pres">
      <dgm:prSet presAssocID="{B757E93B-9C5D-483E-87AD-14F42EB930D4}" presName="parTx" presStyleLbl="revTx" presStyleIdx="1" presStyleCnt="4">
        <dgm:presLayoutVars>
          <dgm:chMax val="0"/>
          <dgm:chPref val="0"/>
        </dgm:presLayoutVars>
      </dgm:prSet>
      <dgm:spPr/>
    </dgm:pt>
    <dgm:pt modelId="{33F09B7B-B760-4871-B2A5-7278D5241B77}" type="pres">
      <dgm:prSet presAssocID="{6CC88E98-CFF5-4354-A333-410CBA12289A}" presName="sibTrans" presStyleCnt="0"/>
      <dgm:spPr/>
    </dgm:pt>
    <dgm:pt modelId="{37335C38-B65A-45D9-87A4-5F5FC49950E7}" type="pres">
      <dgm:prSet presAssocID="{D7299EC5-735D-410C-9C72-D95855C7A817}" presName="compNode" presStyleCnt="0"/>
      <dgm:spPr/>
    </dgm:pt>
    <dgm:pt modelId="{1C738759-927C-4DBC-A14A-21C7B9D76838}" type="pres">
      <dgm:prSet presAssocID="{D7299EC5-735D-410C-9C72-D95855C7A817}" presName="bgRect" presStyleLbl="bgShp" presStyleIdx="2" presStyleCnt="4"/>
      <dgm:spPr/>
    </dgm:pt>
    <dgm:pt modelId="{C734E477-08DF-4E0C-988F-A12E72DCCD48}" type="pres">
      <dgm:prSet presAssocID="{D7299EC5-735D-410C-9C72-D95855C7A8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5F11B2F-7C81-4F9F-B2B3-1341B2F44332}" type="pres">
      <dgm:prSet presAssocID="{D7299EC5-735D-410C-9C72-D95855C7A817}" presName="spaceRect" presStyleCnt="0"/>
      <dgm:spPr/>
    </dgm:pt>
    <dgm:pt modelId="{A0649FFD-CB8C-43F6-8DD1-5C5C3D5E0625}" type="pres">
      <dgm:prSet presAssocID="{D7299EC5-735D-410C-9C72-D95855C7A817}" presName="parTx" presStyleLbl="revTx" presStyleIdx="2" presStyleCnt="4">
        <dgm:presLayoutVars>
          <dgm:chMax val="0"/>
          <dgm:chPref val="0"/>
        </dgm:presLayoutVars>
      </dgm:prSet>
      <dgm:spPr/>
    </dgm:pt>
    <dgm:pt modelId="{C8AD4641-1348-4641-A551-95B8AEA310FD}" type="pres">
      <dgm:prSet presAssocID="{BC9108A4-B721-4C31-8B0D-103997B5D7BC}" presName="sibTrans" presStyleCnt="0"/>
      <dgm:spPr/>
    </dgm:pt>
    <dgm:pt modelId="{81C6BC98-BD28-4AAD-8686-3CB5778D652E}" type="pres">
      <dgm:prSet presAssocID="{AD116C14-2A90-4A6B-8A70-950808395441}" presName="compNode" presStyleCnt="0"/>
      <dgm:spPr/>
    </dgm:pt>
    <dgm:pt modelId="{500F7DCE-4925-4F46-8D07-5F105E3BF3D2}" type="pres">
      <dgm:prSet presAssocID="{AD116C14-2A90-4A6B-8A70-950808395441}" presName="bgRect" presStyleLbl="bgShp" presStyleIdx="3" presStyleCnt="4"/>
      <dgm:spPr/>
    </dgm:pt>
    <dgm:pt modelId="{A7A9782F-3BBA-405C-9A5F-742CD902656D}" type="pres">
      <dgm:prSet presAssocID="{AD116C14-2A90-4A6B-8A70-9508083954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5962D8E-50D3-452D-94B5-E1F4D2D961E5}" type="pres">
      <dgm:prSet presAssocID="{AD116C14-2A90-4A6B-8A70-950808395441}" presName="spaceRect" presStyleCnt="0"/>
      <dgm:spPr/>
    </dgm:pt>
    <dgm:pt modelId="{674452DC-479E-4BFE-996E-D4219F4301D0}" type="pres">
      <dgm:prSet presAssocID="{AD116C14-2A90-4A6B-8A70-95080839544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2B1DA2C-6DB0-4501-82BC-F2F519D23D60}" type="presOf" srcId="{D7299EC5-735D-410C-9C72-D95855C7A817}" destId="{A0649FFD-CB8C-43F6-8DD1-5C5C3D5E0625}" srcOrd="0" destOrd="0" presId="urn:microsoft.com/office/officeart/2018/2/layout/IconVerticalSolidList"/>
    <dgm:cxn modelId="{79CAC932-0806-4C9A-96D7-15811B8A858C}" type="presOf" srcId="{B757E93B-9C5D-483E-87AD-14F42EB930D4}" destId="{7FE38BA3-31DA-41DD-909B-BD88A506EEC4}" srcOrd="0" destOrd="0" presId="urn:microsoft.com/office/officeart/2018/2/layout/IconVerticalSolidList"/>
    <dgm:cxn modelId="{DC61A76D-A727-45DC-AC4D-1076925B0EB3}" srcId="{0818F21B-FCEA-4A92-AD54-959635C800F3}" destId="{B757E93B-9C5D-483E-87AD-14F42EB930D4}" srcOrd="1" destOrd="0" parTransId="{6DEF961B-8454-4B92-AC2B-BDD019A3DFED}" sibTransId="{6CC88E98-CFF5-4354-A333-410CBA12289A}"/>
    <dgm:cxn modelId="{901E8F6E-9839-4F0B-B7FA-90BDE09C47A1}" srcId="{0818F21B-FCEA-4A92-AD54-959635C800F3}" destId="{D7299EC5-735D-410C-9C72-D95855C7A817}" srcOrd="2" destOrd="0" parTransId="{EE70D38B-B222-407B-A313-8E1D2E59CABC}" sibTransId="{BC9108A4-B721-4C31-8B0D-103997B5D7BC}"/>
    <dgm:cxn modelId="{D1D3CD4E-4E90-44A4-8C70-9B29DA9201A0}" type="presOf" srcId="{74E9C169-E108-4E2B-8803-2564D114A5ED}" destId="{1EE2B51F-585A-429B-B2D0-317C7F5FAC9B}" srcOrd="0" destOrd="0" presId="urn:microsoft.com/office/officeart/2018/2/layout/IconVerticalSolidList"/>
    <dgm:cxn modelId="{27965A78-C0E5-4031-A7CD-45E9CF4AA5EE}" type="presOf" srcId="{0818F21B-FCEA-4A92-AD54-959635C800F3}" destId="{10E1EF26-417A-4FAF-92D6-6424E68BF138}" srcOrd="0" destOrd="0" presId="urn:microsoft.com/office/officeart/2018/2/layout/IconVerticalSolidList"/>
    <dgm:cxn modelId="{922B0FA2-3AED-4200-9CE8-AFCB8EA5EFBC}" srcId="{0818F21B-FCEA-4A92-AD54-959635C800F3}" destId="{AD116C14-2A90-4A6B-8A70-950808395441}" srcOrd="3" destOrd="0" parTransId="{8870A990-3B85-48AC-8CF5-F1ECAEFF3278}" sibTransId="{0B964ACE-9673-4951-A090-4A6C99A4B5FD}"/>
    <dgm:cxn modelId="{555B3ABD-42F1-4627-942E-2F047FE33F2E}" type="presOf" srcId="{AD116C14-2A90-4A6B-8A70-950808395441}" destId="{674452DC-479E-4BFE-996E-D4219F4301D0}" srcOrd="0" destOrd="0" presId="urn:microsoft.com/office/officeart/2018/2/layout/IconVerticalSolidList"/>
    <dgm:cxn modelId="{B46A2FCD-7376-45F6-9725-5A24755F1EE5}" srcId="{0818F21B-FCEA-4A92-AD54-959635C800F3}" destId="{74E9C169-E108-4E2B-8803-2564D114A5ED}" srcOrd="0" destOrd="0" parTransId="{2700570B-6911-4D8A-AC43-5D12C6FEF7EC}" sibTransId="{1838B863-1748-4381-8D37-A42A99324CE0}"/>
    <dgm:cxn modelId="{0E4E892C-933D-4A2F-9B1D-E49EA7C88F99}" type="presParOf" srcId="{10E1EF26-417A-4FAF-92D6-6424E68BF138}" destId="{5128B6F5-75DC-4CD3-864E-378612CD748F}" srcOrd="0" destOrd="0" presId="urn:microsoft.com/office/officeart/2018/2/layout/IconVerticalSolidList"/>
    <dgm:cxn modelId="{32400329-2B98-47F9-A47C-4408A56DEA48}" type="presParOf" srcId="{5128B6F5-75DC-4CD3-864E-378612CD748F}" destId="{CD6A94F4-0A46-46CA-8DC8-05504AD7E0DC}" srcOrd="0" destOrd="0" presId="urn:microsoft.com/office/officeart/2018/2/layout/IconVerticalSolidList"/>
    <dgm:cxn modelId="{B496C0E0-E8D7-4AD2-A353-7196A37A52EB}" type="presParOf" srcId="{5128B6F5-75DC-4CD3-864E-378612CD748F}" destId="{4ED7EEF5-AD22-4922-AFE4-55FEDBC208A5}" srcOrd="1" destOrd="0" presId="urn:microsoft.com/office/officeart/2018/2/layout/IconVerticalSolidList"/>
    <dgm:cxn modelId="{004BBD9C-E647-47D7-8D19-039A44F9AEDF}" type="presParOf" srcId="{5128B6F5-75DC-4CD3-864E-378612CD748F}" destId="{A01C1E82-DECA-4284-9124-6F538C89EEBB}" srcOrd="2" destOrd="0" presId="urn:microsoft.com/office/officeart/2018/2/layout/IconVerticalSolidList"/>
    <dgm:cxn modelId="{8E311530-4D85-4DCF-AD06-A3BC87435135}" type="presParOf" srcId="{5128B6F5-75DC-4CD3-864E-378612CD748F}" destId="{1EE2B51F-585A-429B-B2D0-317C7F5FAC9B}" srcOrd="3" destOrd="0" presId="urn:microsoft.com/office/officeart/2018/2/layout/IconVerticalSolidList"/>
    <dgm:cxn modelId="{0571FB6F-D76D-4E2B-A41A-DE65D5F1E83B}" type="presParOf" srcId="{10E1EF26-417A-4FAF-92D6-6424E68BF138}" destId="{F807A585-86C8-4575-8EBD-57D23EB8E963}" srcOrd="1" destOrd="0" presId="urn:microsoft.com/office/officeart/2018/2/layout/IconVerticalSolidList"/>
    <dgm:cxn modelId="{68439AF0-B46B-4616-95AF-1BCD5115990C}" type="presParOf" srcId="{10E1EF26-417A-4FAF-92D6-6424E68BF138}" destId="{26C55ED7-862B-471C-B1ED-32F776E3C03B}" srcOrd="2" destOrd="0" presId="urn:microsoft.com/office/officeart/2018/2/layout/IconVerticalSolidList"/>
    <dgm:cxn modelId="{6079C59F-9684-4A6A-9B9C-67EA86383D72}" type="presParOf" srcId="{26C55ED7-862B-471C-B1ED-32F776E3C03B}" destId="{8D3D359F-C85C-4162-B911-460859739512}" srcOrd="0" destOrd="0" presId="urn:microsoft.com/office/officeart/2018/2/layout/IconVerticalSolidList"/>
    <dgm:cxn modelId="{82617D01-78CF-484E-BEAA-A4D9085F528A}" type="presParOf" srcId="{26C55ED7-862B-471C-B1ED-32F776E3C03B}" destId="{EB97BDF1-8493-4201-A6F8-E952E11DB13F}" srcOrd="1" destOrd="0" presId="urn:microsoft.com/office/officeart/2018/2/layout/IconVerticalSolidList"/>
    <dgm:cxn modelId="{E2D0B60B-A755-45DA-B528-66F32C128F12}" type="presParOf" srcId="{26C55ED7-862B-471C-B1ED-32F776E3C03B}" destId="{EBCB4CF1-B626-4233-BB50-9BE59B3CC809}" srcOrd="2" destOrd="0" presId="urn:microsoft.com/office/officeart/2018/2/layout/IconVerticalSolidList"/>
    <dgm:cxn modelId="{75723013-E294-4E6A-8A22-73A73774A30A}" type="presParOf" srcId="{26C55ED7-862B-471C-B1ED-32F776E3C03B}" destId="{7FE38BA3-31DA-41DD-909B-BD88A506EEC4}" srcOrd="3" destOrd="0" presId="urn:microsoft.com/office/officeart/2018/2/layout/IconVerticalSolidList"/>
    <dgm:cxn modelId="{DED90FF2-8CB3-4307-86AA-5318DD8A32D1}" type="presParOf" srcId="{10E1EF26-417A-4FAF-92D6-6424E68BF138}" destId="{33F09B7B-B760-4871-B2A5-7278D5241B77}" srcOrd="3" destOrd="0" presId="urn:microsoft.com/office/officeart/2018/2/layout/IconVerticalSolidList"/>
    <dgm:cxn modelId="{6B0FD239-D544-4267-A530-A54857582780}" type="presParOf" srcId="{10E1EF26-417A-4FAF-92D6-6424E68BF138}" destId="{37335C38-B65A-45D9-87A4-5F5FC49950E7}" srcOrd="4" destOrd="0" presId="urn:microsoft.com/office/officeart/2018/2/layout/IconVerticalSolidList"/>
    <dgm:cxn modelId="{C3BEC78D-02C5-4667-AA01-50A432BBD7AD}" type="presParOf" srcId="{37335C38-B65A-45D9-87A4-5F5FC49950E7}" destId="{1C738759-927C-4DBC-A14A-21C7B9D76838}" srcOrd="0" destOrd="0" presId="urn:microsoft.com/office/officeart/2018/2/layout/IconVerticalSolidList"/>
    <dgm:cxn modelId="{8F4D9473-A3F2-46C9-851F-5019023FC911}" type="presParOf" srcId="{37335C38-B65A-45D9-87A4-5F5FC49950E7}" destId="{C734E477-08DF-4E0C-988F-A12E72DCCD48}" srcOrd="1" destOrd="0" presId="urn:microsoft.com/office/officeart/2018/2/layout/IconVerticalSolidList"/>
    <dgm:cxn modelId="{5DF5E9CD-351D-4753-B66F-268BEF8873DF}" type="presParOf" srcId="{37335C38-B65A-45D9-87A4-5F5FC49950E7}" destId="{45F11B2F-7C81-4F9F-B2B3-1341B2F44332}" srcOrd="2" destOrd="0" presId="urn:microsoft.com/office/officeart/2018/2/layout/IconVerticalSolidList"/>
    <dgm:cxn modelId="{6C9DF6EC-5EB0-424D-BC08-D87AFCA25F7D}" type="presParOf" srcId="{37335C38-B65A-45D9-87A4-5F5FC49950E7}" destId="{A0649FFD-CB8C-43F6-8DD1-5C5C3D5E0625}" srcOrd="3" destOrd="0" presId="urn:microsoft.com/office/officeart/2018/2/layout/IconVerticalSolidList"/>
    <dgm:cxn modelId="{3AFED380-2679-4CCC-9EEE-7E4E38665DA0}" type="presParOf" srcId="{10E1EF26-417A-4FAF-92D6-6424E68BF138}" destId="{C8AD4641-1348-4641-A551-95B8AEA310FD}" srcOrd="5" destOrd="0" presId="urn:microsoft.com/office/officeart/2018/2/layout/IconVerticalSolidList"/>
    <dgm:cxn modelId="{88A4BDD1-6122-4872-B57C-38AA88C1566A}" type="presParOf" srcId="{10E1EF26-417A-4FAF-92D6-6424E68BF138}" destId="{81C6BC98-BD28-4AAD-8686-3CB5778D652E}" srcOrd="6" destOrd="0" presId="urn:microsoft.com/office/officeart/2018/2/layout/IconVerticalSolidList"/>
    <dgm:cxn modelId="{27EF34EE-9DE1-412A-A6B0-5BA4BCC0ACC4}" type="presParOf" srcId="{81C6BC98-BD28-4AAD-8686-3CB5778D652E}" destId="{500F7DCE-4925-4F46-8D07-5F105E3BF3D2}" srcOrd="0" destOrd="0" presId="urn:microsoft.com/office/officeart/2018/2/layout/IconVerticalSolidList"/>
    <dgm:cxn modelId="{2B672EB3-11A6-4DCF-9567-4D48624D2F17}" type="presParOf" srcId="{81C6BC98-BD28-4AAD-8686-3CB5778D652E}" destId="{A7A9782F-3BBA-405C-9A5F-742CD902656D}" srcOrd="1" destOrd="0" presId="urn:microsoft.com/office/officeart/2018/2/layout/IconVerticalSolidList"/>
    <dgm:cxn modelId="{FBA34D48-A827-41CF-A564-89444CCC6065}" type="presParOf" srcId="{81C6BC98-BD28-4AAD-8686-3CB5778D652E}" destId="{75962D8E-50D3-452D-94B5-E1F4D2D961E5}" srcOrd="2" destOrd="0" presId="urn:microsoft.com/office/officeart/2018/2/layout/IconVerticalSolidList"/>
    <dgm:cxn modelId="{C7601349-47DF-405B-8215-04B205F32DC5}" type="presParOf" srcId="{81C6BC98-BD28-4AAD-8686-3CB5778D652E}" destId="{674452DC-479E-4BFE-996E-D4219F4301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68819-FBA1-4836-8706-B1C58458F90C}">
      <dsp:nvSpPr>
        <dsp:cNvPr id="0" name=""/>
        <dsp:cNvSpPr/>
      </dsp:nvSpPr>
      <dsp:spPr>
        <a:xfrm>
          <a:off x="4466" y="37725"/>
          <a:ext cx="2685884" cy="921600"/>
        </a:xfrm>
        <a:prstGeom prst="rect">
          <a:avLst/>
        </a:prstGeom>
        <a:gradFill flip="none" rotWithShape="0">
          <a:gsLst>
            <a:gs pos="0">
              <a:srgbClr val="0033CC">
                <a:shade val="30000"/>
                <a:satMod val="115000"/>
              </a:srgbClr>
            </a:gs>
            <a:gs pos="50000">
              <a:srgbClr val="0033CC">
                <a:shade val="67500"/>
                <a:satMod val="115000"/>
              </a:srgbClr>
            </a:gs>
            <a:gs pos="100000">
              <a:srgbClr val="0033CC">
                <a:shade val="100000"/>
                <a:satMod val="115000"/>
              </a:srgbClr>
            </a:gs>
          </a:gsLst>
          <a:lin ang="5400000" scaled="1"/>
          <a:tileRect/>
        </a:gra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Problem</a:t>
          </a:r>
          <a:r>
            <a:rPr lang="en-US" sz="140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</a:p>
      </dsp:txBody>
      <dsp:txXfrm>
        <a:off x="4466" y="37725"/>
        <a:ext cx="2685884" cy="921600"/>
      </dsp:txXfrm>
    </dsp:sp>
    <dsp:sp modelId="{523559FC-2F1F-458F-B35E-2559379006AF}">
      <dsp:nvSpPr>
        <dsp:cNvPr id="0" name=""/>
        <dsp:cNvSpPr/>
      </dsp:nvSpPr>
      <dsp:spPr>
        <a:xfrm>
          <a:off x="4466" y="959325"/>
          <a:ext cx="2685884" cy="326105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0" algn="l" defTabSz="889000" rtl="1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In online classes, instructors can’t reliably infer students’ behaviors from a single webcam feed (e.g., gaze, privacy, headphones, or object usage).</a:t>
          </a:r>
          <a:endParaRPr lang="en-IL" sz="2000" b="0" kern="12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4466" y="959325"/>
        <a:ext cx="2685884" cy="3261059"/>
      </dsp:txXfrm>
    </dsp:sp>
    <dsp:sp modelId="{B4FE0DA8-DB47-417A-9346-175EDA785B58}">
      <dsp:nvSpPr>
        <dsp:cNvPr id="0" name=""/>
        <dsp:cNvSpPr/>
      </dsp:nvSpPr>
      <dsp:spPr>
        <a:xfrm>
          <a:off x="3066374" y="37725"/>
          <a:ext cx="2685884" cy="921600"/>
        </a:xfrm>
        <a:prstGeom prst="rect">
          <a:avLst/>
        </a:prstGeom>
        <a:gradFill flip="none" rotWithShape="0">
          <a:gsLst>
            <a:gs pos="0">
              <a:srgbClr val="0066CC">
                <a:shade val="30000"/>
                <a:satMod val="115000"/>
              </a:srgbClr>
            </a:gs>
            <a:gs pos="50000">
              <a:srgbClr val="0066CC">
                <a:shade val="67500"/>
                <a:satMod val="115000"/>
              </a:srgbClr>
            </a:gs>
            <a:gs pos="100000">
              <a:srgbClr val="0066CC">
                <a:shade val="100000"/>
                <a:satMod val="115000"/>
              </a:srgbClr>
            </a:gs>
          </a:gsLst>
          <a:lin ang="5400000" scaled="1"/>
          <a:tileRect/>
        </a:gra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322" tIns="120904" rIns="132322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Our Goal </a:t>
          </a:r>
        </a:p>
      </dsp:txBody>
      <dsp:txXfrm>
        <a:off x="3066374" y="37725"/>
        <a:ext cx="2685884" cy="921600"/>
      </dsp:txXfrm>
    </dsp:sp>
    <dsp:sp modelId="{02313CF1-FB8D-4816-8AE7-099D9CE9DF42}">
      <dsp:nvSpPr>
        <dsp:cNvPr id="0" name=""/>
        <dsp:cNvSpPr/>
      </dsp:nvSpPr>
      <dsp:spPr>
        <a:xfrm>
          <a:off x="3066374" y="959325"/>
          <a:ext cx="2685884" cy="326105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Given a single Zoom-like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webcam frame, predict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a discrete behavior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vector: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Gaze, Headphones,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Environment, Privacy,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Object-in-hand (incl.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Unknown).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3066374" y="959325"/>
        <a:ext cx="2685884" cy="3261059"/>
      </dsp:txXfrm>
    </dsp:sp>
    <dsp:sp modelId="{B0EA6472-7A3C-43E6-A1AC-E0CDDF088F14}">
      <dsp:nvSpPr>
        <dsp:cNvPr id="0" name=""/>
        <dsp:cNvSpPr/>
      </dsp:nvSpPr>
      <dsp:spPr>
        <a:xfrm>
          <a:off x="6128282" y="37725"/>
          <a:ext cx="2685884" cy="921600"/>
        </a:xfrm>
        <a:prstGeom prst="rect">
          <a:avLst/>
        </a:prstGeom>
        <a:gradFill flip="none" rotWithShape="0">
          <a:gsLst>
            <a:gs pos="0">
              <a:srgbClr val="0099FF">
                <a:shade val="30000"/>
                <a:satMod val="115000"/>
              </a:srgbClr>
            </a:gs>
            <a:gs pos="50000">
              <a:srgbClr val="0099FF">
                <a:shade val="67500"/>
                <a:satMod val="115000"/>
              </a:srgbClr>
            </a:gs>
            <a:gs pos="100000">
              <a:srgbClr val="0099FF">
                <a:shade val="100000"/>
                <a:satMod val="115000"/>
              </a:srgbClr>
            </a:gs>
          </a:gsLst>
          <a:lin ang="5400000" scaled="1"/>
          <a:tileRect/>
        </a:gra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What’s new since the first presentation:</a:t>
          </a:r>
        </a:p>
      </dsp:txBody>
      <dsp:txXfrm>
        <a:off x="6128282" y="37725"/>
        <a:ext cx="2685884" cy="921600"/>
      </dsp:txXfrm>
    </dsp:sp>
    <dsp:sp modelId="{45FAA2A3-2129-449A-81E3-36E786FCF416}">
      <dsp:nvSpPr>
        <dsp:cNvPr id="0" name=""/>
        <dsp:cNvSpPr/>
      </dsp:nvSpPr>
      <dsp:spPr>
        <a:xfrm>
          <a:off x="6128282" y="959325"/>
          <a:ext cx="2685884" cy="326105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Switched from 0</a:t>
          </a:r>
          <a:r>
            <a:rPr lang="he-IL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- </a:t>
          </a: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100% statistics to categorical behavior labels.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Set strict labeling rules with Unknown when evidence is missing.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Started the data pipeline: real Zoom-like samples + synthetic augmentation.</a:t>
          </a:r>
        </a:p>
      </dsp:txBody>
      <dsp:txXfrm>
        <a:off x="6128282" y="959325"/>
        <a:ext cx="2685884" cy="3261059"/>
      </dsp:txXfrm>
    </dsp:sp>
    <dsp:sp modelId="{BC698F55-A252-4279-8041-FED8397C2E10}">
      <dsp:nvSpPr>
        <dsp:cNvPr id="0" name=""/>
        <dsp:cNvSpPr/>
      </dsp:nvSpPr>
      <dsp:spPr>
        <a:xfrm>
          <a:off x="9190190" y="37725"/>
          <a:ext cx="2685884" cy="921600"/>
        </a:xfrm>
        <a:prstGeom prst="rect">
          <a:avLst/>
        </a:prstGeom>
        <a:gradFill flip="none" rotWithShape="0">
          <a:gsLst>
            <a:gs pos="0">
              <a:srgbClr val="99CCFF">
                <a:shade val="30000"/>
                <a:satMod val="115000"/>
              </a:srgbClr>
            </a:gs>
            <a:gs pos="50000">
              <a:srgbClr val="99CCFF">
                <a:shade val="67500"/>
                <a:satMod val="115000"/>
              </a:srgbClr>
            </a:gs>
            <a:gs pos="100000">
              <a:srgbClr val="99CCFF">
                <a:shade val="100000"/>
                <a:satMod val="115000"/>
              </a:srgbClr>
            </a:gs>
          </a:gsLst>
          <a:lin ang="5400000" scaled="1"/>
          <a:tileRect/>
        </a:gra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Novelty / Contribution </a:t>
          </a:r>
        </a:p>
      </dsp:txBody>
      <dsp:txXfrm>
        <a:off x="9190190" y="37725"/>
        <a:ext cx="2685884" cy="921600"/>
      </dsp:txXfrm>
    </dsp:sp>
    <dsp:sp modelId="{848F9A3B-F77D-45AC-AC7A-DCF1208FA34C}">
      <dsp:nvSpPr>
        <dsp:cNvPr id="0" name=""/>
        <dsp:cNvSpPr/>
      </dsp:nvSpPr>
      <dsp:spPr>
        <a:xfrm>
          <a:off x="9190190" y="959325"/>
          <a:ext cx="2685884" cy="326105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We output multiple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interpretable behaviors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(not a single engaged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score) and use controlled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synthetic augmentation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to cover rare cases</a:t>
          </a:r>
          <a:r>
            <a:rPr lang="en-US" sz="2000" kern="1200" dirty="0"/>
            <a:t>.</a:t>
          </a:r>
          <a:endParaRPr lang="en-IL" sz="20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9190190" y="959325"/>
        <a:ext cx="2685884" cy="3261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A94F4-0A46-46CA-8DC8-05504AD7E0DC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D7EEF5-AD22-4922-AFE4-55FEDBC208A5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2B51F-585A-429B-B2D0-317C7F5FAC9B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Train an improved model on the finalized dataset (stronger baseline + regularization).</a:t>
          </a:r>
        </a:p>
      </dsp:txBody>
      <dsp:txXfrm>
        <a:off x="1336039" y="2282"/>
        <a:ext cx="4835908" cy="1156744"/>
      </dsp:txXfrm>
    </dsp:sp>
    <dsp:sp modelId="{8D3D359F-C85C-4162-B911-460859739512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7BDF1-8493-4201-A6F8-E952E11DB13F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38BA3-31DA-41DD-909B-BD88A506EEC4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EDA-driven data balancing: add targeted real/synthetic samples for rare classes.</a:t>
          </a:r>
        </a:p>
      </dsp:txBody>
      <dsp:txXfrm>
        <a:off x="1336039" y="1448212"/>
        <a:ext cx="4835908" cy="1156744"/>
      </dsp:txXfrm>
    </dsp:sp>
    <dsp:sp modelId="{1C738759-927C-4DBC-A14A-21C7B9D76838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4E477-08DF-4E0C-988F-A12E72DCCD48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49FFD-CB8C-43F6-8DD1-5C5C3D5E0625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Evaluate on a held-out real test set and report per-behavior metrics.</a:t>
          </a:r>
        </a:p>
      </dsp:txBody>
      <dsp:txXfrm>
        <a:off x="1336039" y="2894143"/>
        <a:ext cx="4835908" cy="1156744"/>
      </dsp:txXfrm>
    </dsp:sp>
    <dsp:sp modelId="{500F7DCE-4925-4F46-8D07-5F105E3BF3D2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9782F-3BBA-405C-9A5F-742CD902656D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452DC-479E-4BFE-996E-D4219F4301D0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Error analysis + prototype demo: input one Zoom-like frame → output the behavior vector.</a:t>
          </a:r>
        </a:p>
      </dsp:txBody>
      <dsp:txXfrm>
        <a:off x="1336039" y="4340073"/>
        <a:ext cx="4835908" cy="1156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32B4AB8-27A7-4B72-A009-2A74EEDE75F8}" type="datetimeFigureOut">
              <a:rPr lang="he-IL" smtClean="0"/>
              <a:t>ג'/טבת/תשפ"ו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74807F3-EDCA-48D9-BB54-302D09C98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6720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807F3-EDCA-48D9-BB54-302D09C98499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480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57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3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2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6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5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8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9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9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2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35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503252.353130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1909.12913" TargetMode="External"/><Relationship Id="rId4" Type="http://schemas.openxmlformats.org/officeDocument/2006/relationships/hyperlink" Target="https://dl.acm.org/doi/abs/10.1007/s11042-022-14048-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9FD9CA-A16F-0170-E605-12F27AFE4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96" b="7134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D4F8C-2770-B785-BAB1-2C1635B89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Zoom Behavior Insight</a:t>
            </a:r>
            <a:endParaRPr lang="en-IL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09C8D-2686-F28B-C022-320A2780A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+mj-lt"/>
              </a:rPr>
              <a:t>Presented by: </a:t>
            </a:r>
            <a:br>
              <a:rPr lang="en-US" dirty="0">
                <a:solidFill>
                  <a:srgbClr val="FFFFFF"/>
                </a:solidFill>
                <a:latin typeface="+mj-lt"/>
              </a:rPr>
            </a:br>
            <a:r>
              <a:rPr lang="en-US" dirty="0">
                <a:solidFill>
                  <a:srgbClr val="FFFFFF"/>
                </a:solidFill>
                <a:latin typeface="+mj-lt"/>
              </a:rPr>
              <a:t>Ofir Duek , Aviv Meir , Rotem Aloni</a:t>
            </a:r>
          </a:p>
          <a:p>
            <a:endParaRPr lang="en-IL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532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066D7-0138-4489-166A-71B324F0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A2B50-F8F6-61C3-1A7A-27E7D0B2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Project Review</a:t>
            </a:r>
            <a:endParaRPr lang="en-IL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1E13FF-D11A-EDC9-572E-7213F732C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7041484"/>
              </p:ext>
            </p:extLst>
          </p:nvPr>
        </p:nvGraphicFramePr>
        <p:xfrm>
          <a:off x="155729" y="1690252"/>
          <a:ext cx="11880542" cy="4258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654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F728473-28E3-8B83-9618-7F1F753FB056}"/>
              </a:ext>
            </a:extLst>
          </p:cNvPr>
          <p:cNvSpPr/>
          <p:nvPr/>
        </p:nvSpPr>
        <p:spPr>
          <a:xfrm>
            <a:off x="700087" y="1755690"/>
            <a:ext cx="10896604" cy="3768810"/>
          </a:xfrm>
          <a:prstGeom prst="rect">
            <a:avLst/>
          </a:prstGeom>
          <a:solidFill>
            <a:srgbClr val="0066C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6FB0DE-A1D8-BA11-DE50-64C8FBABE3D7}"/>
              </a:ext>
            </a:extLst>
          </p:cNvPr>
          <p:cNvSpPr/>
          <p:nvPr/>
        </p:nvSpPr>
        <p:spPr>
          <a:xfrm>
            <a:off x="700087" y="1941427"/>
            <a:ext cx="10791826" cy="37735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711153-2E50-CB51-9718-89E72EE863FA}"/>
              </a:ext>
            </a:extLst>
          </p:cNvPr>
          <p:cNvSpPr/>
          <p:nvPr/>
        </p:nvSpPr>
        <p:spPr>
          <a:xfrm>
            <a:off x="700087" y="1941431"/>
            <a:ext cx="10896604" cy="38431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BAD90-0C20-3A04-36F0-EA77AF08E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Related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F63A73-9FC0-C2CB-C737-1C1F1F295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749954"/>
              </p:ext>
            </p:extLst>
          </p:nvPr>
        </p:nvGraphicFramePr>
        <p:xfrm>
          <a:off x="369455" y="1659897"/>
          <a:ext cx="11227236" cy="4062311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563403">
                  <a:extLst>
                    <a:ext uri="{9D8B030D-6E8A-4147-A177-3AD203B41FA5}">
                      <a16:colId xmlns:a16="http://schemas.microsoft.com/office/drawing/2014/main" val="590397700"/>
                    </a:ext>
                  </a:extLst>
                </a:gridCol>
                <a:gridCol w="1511548">
                  <a:extLst>
                    <a:ext uri="{9D8B030D-6E8A-4147-A177-3AD203B41FA5}">
                      <a16:colId xmlns:a16="http://schemas.microsoft.com/office/drawing/2014/main" val="1477336800"/>
                    </a:ext>
                  </a:extLst>
                </a:gridCol>
                <a:gridCol w="1857249">
                  <a:extLst>
                    <a:ext uri="{9D8B030D-6E8A-4147-A177-3AD203B41FA5}">
                      <a16:colId xmlns:a16="http://schemas.microsoft.com/office/drawing/2014/main" val="2736083058"/>
                    </a:ext>
                  </a:extLst>
                </a:gridCol>
                <a:gridCol w="1857249">
                  <a:extLst>
                    <a:ext uri="{9D8B030D-6E8A-4147-A177-3AD203B41FA5}">
                      <a16:colId xmlns:a16="http://schemas.microsoft.com/office/drawing/2014/main" val="2545044326"/>
                    </a:ext>
                  </a:extLst>
                </a:gridCol>
                <a:gridCol w="1328863">
                  <a:extLst>
                    <a:ext uri="{9D8B030D-6E8A-4147-A177-3AD203B41FA5}">
                      <a16:colId xmlns:a16="http://schemas.microsoft.com/office/drawing/2014/main" val="430990625"/>
                    </a:ext>
                  </a:extLst>
                </a:gridCol>
                <a:gridCol w="3108924">
                  <a:extLst>
                    <a:ext uri="{9D8B030D-6E8A-4147-A177-3AD203B41FA5}">
                      <a16:colId xmlns:a16="http://schemas.microsoft.com/office/drawing/2014/main" val="2369458084"/>
                    </a:ext>
                  </a:extLst>
                </a:gridCol>
              </a:tblGrid>
              <a:tr h="381557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Paper (Year) </a:t>
                      </a:r>
                      <a:endParaRPr lang="en-IL" sz="1800" b="1" kern="12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0066CC">
                            <a:shade val="30000"/>
                            <a:satMod val="115000"/>
                          </a:srgbClr>
                        </a:gs>
                        <a:gs pos="50000">
                          <a:srgbClr val="0066CC">
                            <a:shade val="67500"/>
                            <a:satMod val="115000"/>
                          </a:srgbClr>
                        </a:gs>
                        <a:gs pos="100000">
                          <a:srgbClr val="0066CC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Task</a:t>
                      </a:r>
                      <a:endParaRPr lang="en-IL" sz="1800" b="1" kern="12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0066CC">
                            <a:shade val="30000"/>
                            <a:satMod val="115000"/>
                          </a:srgbClr>
                        </a:gs>
                        <a:gs pos="50000">
                          <a:srgbClr val="0066CC">
                            <a:shade val="67500"/>
                            <a:satMod val="115000"/>
                          </a:srgbClr>
                        </a:gs>
                        <a:gs pos="100000">
                          <a:srgbClr val="0066CC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Signals / Cues</a:t>
                      </a:r>
                      <a:endParaRPr lang="en-IL" sz="1800" b="1" kern="120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0066CC">
                            <a:shade val="30000"/>
                            <a:satMod val="115000"/>
                          </a:srgbClr>
                        </a:gs>
                        <a:gs pos="50000">
                          <a:srgbClr val="0066CC">
                            <a:shade val="67500"/>
                            <a:satMod val="115000"/>
                          </a:srgbClr>
                        </a:gs>
                        <a:gs pos="100000">
                          <a:srgbClr val="0066CC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Method / Model</a:t>
                      </a:r>
                      <a:endParaRPr lang="en-IL" sz="1800" b="1" kern="120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0066CC">
                            <a:shade val="30000"/>
                            <a:satMod val="115000"/>
                          </a:srgbClr>
                        </a:gs>
                        <a:gs pos="50000">
                          <a:srgbClr val="0066CC">
                            <a:shade val="67500"/>
                            <a:satMod val="115000"/>
                          </a:srgbClr>
                        </a:gs>
                        <a:gs pos="100000">
                          <a:srgbClr val="0066CC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Data</a:t>
                      </a:r>
                      <a:endParaRPr lang="en-IL" sz="1800" b="1" kern="120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0066CC">
                            <a:shade val="30000"/>
                            <a:satMod val="115000"/>
                          </a:srgbClr>
                        </a:gs>
                        <a:gs pos="50000">
                          <a:srgbClr val="0066CC">
                            <a:shade val="67500"/>
                            <a:satMod val="115000"/>
                          </a:srgbClr>
                        </a:gs>
                        <a:gs pos="100000">
                          <a:srgbClr val="0066CC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How it relates to us</a:t>
                      </a:r>
                      <a:endParaRPr lang="en-IL" sz="1800" b="1" kern="12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 anchor="ctr">
                    <a:gradFill flip="none" rotWithShape="1">
                      <a:gsLst>
                        <a:gs pos="0">
                          <a:srgbClr val="0066CC">
                            <a:shade val="30000"/>
                            <a:satMod val="115000"/>
                          </a:srgbClr>
                        </a:gs>
                        <a:gs pos="50000">
                          <a:srgbClr val="0066CC">
                            <a:shade val="67500"/>
                            <a:satMod val="115000"/>
                          </a:srgbClr>
                        </a:gs>
                        <a:gs pos="100000">
                          <a:srgbClr val="0066CC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655379038"/>
                  </a:ext>
                </a:extLst>
              </a:tr>
              <a:tr h="1250869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Stungage (2022)</a:t>
                      </a:r>
                      <a:r>
                        <a:rPr lang="en-US" sz="1400" b="1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  <a:hlinkClick r:id="rId3"/>
                        </a:rPr>
                        <a:t>[1]</a:t>
                      </a:r>
                      <a:endParaRPr lang="en-IL" sz="14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Engagement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monitoring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Webcam video + meeting context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Real-time system + ML pipeline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Online meeting sessions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We predict a multi-attribute behavior vector from a single Zoom-like frame (not see engagement score).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81291418"/>
                  </a:ext>
                </a:extLst>
              </a:tr>
              <a:tr h="125086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Facial behavior  engagement (2022/2023)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  <a:hlinkClick r:id="rId4"/>
                        </a:rPr>
                        <a:t>[2]</a:t>
                      </a:r>
                      <a:br>
                        <a:rPr lang="en-US" sz="1800" b="1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endParaRPr lang="en-IL" sz="1200" b="1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Engagement estimation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Face cues (gaze, head pose)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Sequence model (LSTM on face features)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Online learning webcam videos</a:t>
                      </a:r>
                      <a:endParaRPr lang="en-IL" sz="1800" b="1" kern="120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Similar gaze setting, but we output multiple behavior labels (incl. Unknown) and add non-face cues.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36261833"/>
                  </a:ext>
                </a:extLst>
              </a:tr>
              <a:tr h="959831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Emotion + eye/head (2019)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  <a:hlinkClick r:id="rId5"/>
                        </a:rPr>
                        <a:t>[3]</a:t>
                      </a:r>
                      <a:endParaRPr lang="en-IL" sz="1400" b="1" kern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Engagement classification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Emotion + eye/head movement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ML classifier on multi-cue features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Webcam </a:t>
                      </a:r>
                      <a:b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</a:b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e-learning sessions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Multi-cue idea fits; we extend cues to privacy / environment / object-in-hand and handle missing evidence with Unknown.</a:t>
                      </a:r>
                      <a:endParaRPr lang="en-IL" sz="1800" b="1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1736" marR="81736" marT="40868" marB="40868">
                    <a:gradFill flip="none" rotWithShape="1">
                      <a:gsLst>
                        <a:gs pos="0">
                          <a:srgbClr val="99CCFF">
                            <a:shade val="30000"/>
                            <a:satMod val="115000"/>
                          </a:srgbClr>
                        </a:gs>
                        <a:gs pos="50000">
                          <a:srgbClr val="99CCFF">
                            <a:shade val="67500"/>
                            <a:satMod val="115000"/>
                          </a:srgbClr>
                        </a:gs>
                        <a:gs pos="100000">
                          <a:srgbClr val="99CCFF">
                            <a:shade val="100000"/>
                            <a:satMod val="115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7006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86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EC7A34-539B-4949-BC75-F49D5FFC9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4B491F8-FB6B-7149-F285-0DC36889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316" y="909637"/>
            <a:ext cx="5979057" cy="1316736"/>
          </a:xfrm>
        </p:spPr>
        <p:txBody>
          <a:bodyPr>
            <a:normAutofit/>
          </a:bodyPr>
          <a:lstStyle/>
          <a:p>
            <a:r>
              <a:rPr lang="en-US" dirty="0"/>
              <a:t>Dataset Overview + EDA</a:t>
            </a:r>
            <a:endParaRPr lang="he-IL" dirty="0"/>
          </a:p>
        </p:txBody>
      </p:sp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1DD62CC0-301F-66D6-8A05-EB9A37E57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98"/>
          <a:stretch>
            <a:fillRect/>
          </a:stretch>
        </p:blipFill>
        <p:spPr>
          <a:xfrm>
            <a:off x="128328" y="341248"/>
            <a:ext cx="4682837" cy="29562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4B2C18-146D-48F9-BB98-D4E4D70A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6418" y="722376"/>
            <a:ext cx="583946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white bar graph&#10;&#10;AI-generated content may be incorrect.">
            <a:extLst>
              <a:ext uri="{FF2B5EF4-FFF2-40B4-BE49-F238E27FC236}">
                <a16:creationId xmlns:a16="http://schemas.microsoft.com/office/drawing/2014/main" id="{16ED4968-8FA0-2618-8685-0D64E0741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98"/>
          <a:stretch>
            <a:fillRect/>
          </a:stretch>
        </p:blipFill>
        <p:spPr>
          <a:xfrm>
            <a:off x="193963" y="3347367"/>
            <a:ext cx="4682838" cy="2956263"/>
          </a:xfrm>
          <a:prstGeom prst="rect">
            <a:avLst/>
          </a:prstGeom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C0D7E63-C1BA-8165-8FB9-CAB46492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800" y="2226374"/>
            <a:ext cx="5979565" cy="3603210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Our dataset combines real Zoom-like photos and synthetic images.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image is labeled with a 5-attribute discrete behavior vector, including Unknown when evidence is missing.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EDA: class distributions per attribute to identify imbalance and guide augmentation.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1784B1-4DE1-43A3-95B9-A0EB6529F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5466" y="6156846"/>
            <a:ext cx="58745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63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9AB31FC-4680-0DAC-F5FB-DF207953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62923"/>
            <a:ext cx="3700968" cy="831768"/>
          </a:xfrm>
        </p:spPr>
        <p:txBody>
          <a:bodyPr>
            <a:normAutofit/>
          </a:bodyPr>
          <a:lstStyle/>
          <a:p>
            <a:r>
              <a:rPr lang="en-US" dirty="0"/>
              <a:t>Real Data </a:t>
            </a:r>
            <a:endParaRPr lang="he-IL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220B2C-6CE8-4619-B421-F58E16F61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76800" y="723900"/>
            <a:ext cx="0" cy="54626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erson sitting at a table writing in a notebook&#10;&#10;AI-generated content may be incorrect.">
            <a:extLst>
              <a:ext uri="{FF2B5EF4-FFF2-40B4-BE49-F238E27FC236}">
                <a16:creationId xmlns:a16="http://schemas.microsoft.com/office/drawing/2014/main" id="{DC158A2B-1110-781D-488A-E02A746E8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0" r="7" b="7"/>
          <a:stretch>
            <a:fillRect/>
          </a:stretch>
        </p:blipFill>
        <p:spPr>
          <a:xfrm>
            <a:off x="5109144" y="4009800"/>
            <a:ext cx="3619962" cy="2285278"/>
          </a:xfrm>
          <a:prstGeom prst="rect">
            <a:avLst/>
          </a:prstGeom>
        </p:spPr>
      </p:pic>
      <p:pic>
        <p:nvPicPr>
          <p:cNvPr id="4" name="Picture 3" descr="A person wearing headphones&#10;&#10;AI-generated content may be incorrect.">
            <a:extLst>
              <a:ext uri="{FF2B5EF4-FFF2-40B4-BE49-F238E27FC236}">
                <a16:creationId xmlns:a16="http://schemas.microsoft.com/office/drawing/2014/main" id="{66872014-E662-9401-E686-1604019A0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96" b="-2"/>
          <a:stretch>
            <a:fillRect/>
          </a:stretch>
        </p:blipFill>
        <p:spPr>
          <a:xfrm>
            <a:off x="8357179" y="562923"/>
            <a:ext cx="3619972" cy="2285278"/>
          </a:xfrm>
          <a:prstGeom prst="rect">
            <a:avLst/>
          </a:prstGeom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8E3FC1-19B2-DDD4-386D-485E5B927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218" y="1560769"/>
            <a:ext cx="4172708" cy="1997069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 Zoom-like images from team-captured photos and public online datasets.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as the most realistic reference for training and evaluation.</a:t>
            </a:r>
          </a:p>
        </p:txBody>
      </p:sp>
      <p:sp>
        <p:nvSpPr>
          <p:cNvPr id="7" name="מציין מיקום תוכן 2">
            <a:extLst>
              <a:ext uri="{FF2B5EF4-FFF2-40B4-BE49-F238E27FC236}">
                <a16:creationId xmlns:a16="http://schemas.microsoft.com/office/drawing/2014/main" id="{DA617106-DA99-26CB-AF64-9D3DBA22BB0C}"/>
              </a:ext>
            </a:extLst>
          </p:cNvPr>
          <p:cNvSpPr txBox="1">
            <a:spLocks/>
          </p:cNvSpPr>
          <p:nvPr/>
        </p:nvSpPr>
        <p:spPr>
          <a:xfrm>
            <a:off x="5109144" y="584858"/>
            <a:ext cx="3186838" cy="1997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Labels: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Gaze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Not_Camera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Headphones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With_Headphones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Environment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Outdoor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Privacy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Private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ObjectInHand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Unknown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22D69082-FB0C-145E-255F-C7AE158FAFF7}"/>
              </a:ext>
            </a:extLst>
          </p:cNvPr>
          <p:cNvSpPr txBox="1">
            <a:spLocks/>
          </p:cNvSpPr>
          <p:nvPr/>
        </p:nvSpPr>
        <p:spPr>
          <a:xfrm>
            <a:off x="9237505" y="3854566"/>
            <a:ext cx="3186838" cy="1997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Labels: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Gaze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Not_Camera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Headphones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Without_Headphones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Environment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Outdoor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Privacy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Public, 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ObjectInHand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pen</a:t>
            </a:r>
          </a:p>
        </p:txBody>
      </p:sp>
    </p:spTree>
    <p:extLst>
      <p:ext uri="{BB962C8B-B14F-4D97-AF65-F5344CB8AC3E}">
        <p14:creationId xmlns:p14="http://schemas.microsoft.com/office/powerpoint/2010/main" val="30958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4E966F2-C24E-B1DE-3D01-05EDA12B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789433"/>
            <a:ext cx="5403273" cy="1316736"/>
          </a:xfrm>
        </p:spPr>
        <p:txBody>
          <a:bodyPr>
            <a:normAutofit/>
          </a:bodyPr>
          <a:lstStyle/>
          <a:p>
            <a:r>
              <a:rPr lang="en-US" dirty="0"/>
              <a:t>Stable Diffusion (Text-to-Image)</a:t>
            </a:r>
            <a:endParaRPr lang="he-IL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7A31E9-CB8F-4167-A21B-6AF00864F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7000A12-740C-9BE8-2AF0-EB9BBA9B8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55550"/>
            <a:ext cx="7091403" cy="40279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Generated images from scratch using prompts.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Used to control behaviors and increase rare cases.</a:t>
            </a:r>
            <a:endParaRPr lang="he-IL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Sample prompts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Zoom-style webcam photo, gaze at camera, with headphones, outdoor public background with blurred people, holding a pen in hand. Realistic, natural daylight, shallow depth of field, sharp subject.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Zoom-style webcam photo, eyes closed, with headphones, indoor private setting, holding a cup in hand. Realistic, soft light, shallow depth of field, centered framing.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5" descr="A person wearing headphones and holding a mug&#10;&#10;AI-generated content may be incorrect.">
            <a:extLst>
              <a:ext uri="{FF2B5EF4-FFF2-40B4-BE49-F238E27FC236}">
                <a16:creationId xmlns:a16="http://schemas.microsoft.com/office/drawing/2014/main" id="{C71ABF12-B097-6DEC-70DD-8F40F6BD5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4467"/>
          <a:stretch>
            <a:fillRect/>
          </a:stretch>
        </p:blipFill>
        <p:spPr>
          <a:xfrm>
            <a:off x="8115299" y="3400003"/>
            <a:ext cx="4076699" cy="3486994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983119-182B-4BC7-AC8F-ED02E4F9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erson wearing headphones and smiling&#10;&#10;AI-generated content may be incorrect.">
            <a:extLst>
              <a:ext uri="{FF2B5EF4-FFF2-40B4-BE49-F238E27FC236}">
                <a16:creationId xmlns:a16="http://schemas.microsoft.com/office/drawing/2014/main" id="{1E54EE0E-E19B-7514-84C6-D3A94BA1C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" r="2" b="15781"/>
          <a:stretch>
            <a:fillRect/>
          </a:stretch>
        </p:blipFill>
        <p:spPr>
          <a:xfrm>
            <a:off x="8115300" y="0"/>
            <a:ext cx="40766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4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3AD1234-D2CB-88E1-2E8F-4382180C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812428"/>
            <a:ext cx="10318895" cy="1316736"/>
          </a:xfrm>
        </p:spPr>
        <p:txBody>
          <a:bodyPr>
            <a:normAutofit/>
          </a:bodyPr>
          <a:lstStyle/>
          <a:p>
            <a:r>
              <a:rPr lang="en-US" dirty="0"/>
              <a:t>Inpainting background replacement</a:t>
            </a:r>
            <a:endParaRPr lang="he-IL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AEDDB4C-6582-43D5-AF25-99F4AD3A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49F438-C598-3C1C-2B5B-43D94BEEB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1636671"/>
            <a:ext cx="8841077" cy="1634425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Replace the background only to control Environment and Privacy labels.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Keep the same subject to reduce confounding factors.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Produces paired samples: Before → After with consistent appearance.</a:t>
            </a:r>
          </a:p>
        </p:txBody>
      </p:sp>
      <p:pic>
        <p:nvPicPr>
          <p:cNvPr id="4" name="מציין מיקום תוכן 3" descr="תמונה שמכילה לבוש, אדם, פני אדם, א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C12CC2B-CC73-D0E8-0B92-99FE11973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5" b="24023"/>
          <a:stretch>
            <a:fillRect/>
          </a:stretch>
        </p:blipFill>
        <p:spPr>
          <a:xfrm>
            <a:off x="6825672" y="3887568"/>
            <a:ext cx="4113645" cy="2193477"/>
          </a:xfrm>
          <a:prstGeom prst="rect">
            <a:avLst/>
          </a:prstGeom>
        </p:spPr>
      </p:pic>
      <p:pic>
        <p:nvPicPr>
          <p:cNvPr id="6" name="תמונה 5" descr="תמונה שמכילה לבוש, אדם, איש, בתוך מב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BC4726A-FE8E-A6D0-6F4F-1B44D92DB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6085"/>
          <a:stretch>
            <a:fillRect/>
          </a:stretch>
        </p:blipFill>
        <p:spPr>
          <a:xfrm>
            <a:off x="1310028" y="3887569"/>
            <a:ext cx="4152342" cy="2193477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152A91-2920-4848-A8BC-B15DA32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857524-467C-24B9-4AA8-903705E86F83}"/>
              </a:ext>
            </a:extLst>
          </p:cNvPr>
          <p:cNvCxnSpPr/>
          <p:nvPr/>
        </p:nvCxnSpPr>
        <p:spPr>
          <a:xfrm>
            <a:off x="5671126" y="4984307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1EB20D-5313-D841-A0A5-911B44E3E697}"/>
              </a:ext>
            </a:extLst>
          </p:cNvPr>
          <p:cNvSpPr txBox="1"/>
          <p:nvPr/>
        </p:nvSpPr>
        <p:spPr>
          <a:xfrm>
            <a:off x="2850490" y="3513652"/>
            <a:ext cx="1071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Before</a:t>
            </a:r>
            <a:r>
              <a:rPr lang="en-US" dirty="0"/>
              <a:t> 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6A20C-AAB5-7666-141C-F6A50C8DA090}"/>
              </a:ext>
            </a:extLst>
          </p:cNvPr>
          <p:cNvSpPr txBox="1"/>
          <p:nvPr/>
        </p:nvSpPr>
        <p:spPr>
          <a:xfrm>
            <a:off x="8696870" y="3487458"/>
            <a:ext cx="1071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After</a:t>
            </a:r>
            <a:r>
              <a:rPr lang="en-US" dirty="0"/>
              <a:t> 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E0E942-D917-338B-E09B-6FE115735BA0}"/>
              </a:ext>
            </a:extLst>
          </p:cNvPr>
          <p:cNvSpPr txBox="1"/>
          <p:nvPr/>
        </p:nvSpPr>
        <p:spPr>
          <a:xfrm>
            <a:off x="4473132" y="3164896"/>
            <a:ext cx="3401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Same subject, different context</a:t>
            </a:r>
            <a:endParaRPr lang="en-IL" sz="2000" u="sng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39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5" name="Rectangle 2074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854A897-DFC1-F12A-AAF4-9488D8EB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09637"/>
            <a:ext cx="6346637" cy="1316736"/>
          </a:xfrm>
        </p:spPr>
        <p:txBody>
          <a:bodyPr>
            <a:noAutofit/>
          </a:bodyPr>
          <a:lstStyle/>
          <a:p>
            <a:r>
              <a:rPr lang="en-US" sz="3800" dirty="0"/>
              <a:t>Baseline Model (ResNet18 Multi-Task) </a:t>
            </a:r>
            <a:r>
              <a:rPr lang="he-IL" sz="3800" dirty="0"/>
              <a:t>-</a:t>
            </a:r>
            <a:r>
              <a:rPr lang="en-US" sz="3800" dirty="0"/>
              <a:t> Results</a:t>
            </a:r>
            <a:endParaRPr lang="he-IL" sz="3800" dirty="0"/>
          </a:p>
        </p:txBody>
      </p:sp>
      <p:cxnSp>
        <p:nvCxnSpPr>
          <p:cNvPr id="2077" name="Straight Connector 2076">
            <a:extLst>
              <a:ext uri="{FF2B5EF4-FFF2-40B4-BE49-F238E27FC236}">
                <a16:creationId xmlns:a16="http://schemas.microsoft.com/office/drawing/2014/main" id="{986D0DB0-CC82-4868-9E40-44D1164BD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EFDC1B3-9474-154E-A940-5A3885712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4"/>
            <a:ext cx="6119812" cy="36032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Baseline setup</a:t>
            </a:r>
            <a:r>
              <a:rPr lang="he-IL" b="1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endParaRPr lang="en-US" b="1" u="sng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Model: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ResNet18 (ImageNet pretrained), with one classification head per behavior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Training: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10 epochs, batch=32, Adam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=1e-3, 80/20 train–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split.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takeaway: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 loss decreases strongly while validation avg accuracy changes only mildly → baseline overfitting</a:t>
            </a:r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Validation performance is uneven across tasks (best: Privacy, hardest: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ObjectInHand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052" name="Picture 4" descr="User uploaded image">
            <a:extLst>
              <a:ext uri="{FF2B5EF4-FFF2-40B4-BE49-F238E27FC236}">
                <a16:creationId xmlns:a16="http://schemas.microsoft.com/office/drawing/2014/main" id="{4DAD4B73-9BDF-BFC5-C666-7A2DFF1C3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5" r="6454" b="4"/>
          <a:stretch>
            <a:fillRect/>
          </a:stretch>
        </p:blipFill>
        <p:spPr bwMode="auto">
          <a:xfrm>
            <a:off x="7315200" y="850874"/>
            <a:ext cx="4479636" cy="250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9" name="Straight Connector 2078">
            <a:extLst>
              <a:ext uri="{FF2B5EF4-FFF2-40B4-BE49-F238E27FC236}">
                <a16:creationId xmlns:a16="http://schemas.microsoft.com/office/drawing/2014/main" id="{E9879F10-54E5-4F60-A54F-91F348A6C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phone number&#10;&#10;AI-generated content may be incorrect.">
            <a:extLst>
              <a:ext uri="{FF2B5EF4-FFF2-40B4-BE49-F238E27FC236}">
                <a16:creationId xmlns:a16="http://schemas.microsoft.com/office/drawing/2014/main" id="{243EA99A-CB70-9E7D-62C6-3DE4F7193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724" y="3547794"/>
            <a:ext cx="474411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02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A3717-01D6-F193-F241-52C801B2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  <a:endParaRPr lang="en-I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79CDD2-C908-A2EA-51D9-FE9D47C0D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90687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098803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3201</TotalTime>
  <Words>693</Words>
  <Application>Microsoft Office PowerPoint</Application>
  <PresentationFormat>Widescreen</PresentationFormat>
  <Paragraphs>85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 Light</vt:lpstr>
      <vt:lpstr>Calisto MT</vt:lpstr>
      <vt:lpstr>Univers Condensed</vt:lpstr>
      <vt:lpstr>Wingdings</vt:lpstr>
      <vt:lpstr>ChronicleVTI</vt:lpstr>
      <vt:lpstr>Zoom Behavior Insight</vt:lpstr>
      <vt:lpstr>Project Review</vt:lpstr>
      <vt:lpstr>Related Work</vt:lpstr>
      <vt:lpstr>Dataset Overview + EDA</vt:lpstr>
      <vt:lpstr>Real Data </vt:lpstr>
      <vt:lpstr>Stable Diffusion (Text-to-Image)</vt:lpstr>
      <vt:lpstr>Inpainting background replacement</vt:lpstr>
      <vt:lpstr>Baseline Model (ResNet18 Multi-Task) - Results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Zoom Behavior Insight</dc:title>
  <dc:creator>Ofir Duek</dc:creator>
  <cp:lastModifiedBy>Ofir Duek</cp:lastModifiedBy>
  <cp:revision>34</cp:revision>
  <dcterms:created xsi:type="dcterms:W3CDTF">2025-12-14T08:55:46Z</dcterms:created>
  <dcterms:modified xsi:type="dcterms:W3CDTF">2025-12-23T22:03:51Z</dcterms:modified>
</cp:coreProperties>
</file>